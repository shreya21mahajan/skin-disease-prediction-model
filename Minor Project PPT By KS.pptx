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9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10.xml" ContentType="application/vnd.openxmlformats-officedocument.theme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theme/theme11.xml" ContentType="application/vnd.openxmlformats-officedocument.theme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theme/theme12.xml" ContentType="application/vnd.openxmlformats-officedocument.theme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theme/theme13.xml" ContentType="application/vnd.openxmlformats-officedocument.theme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theme/theme14.xml" ContentType="application/vnd.openxmlformats-officedocument.theme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  <p:sldMasterId id="2147483660" r:id="rId2"/>
    <p:sldMasterId id="2147483672" r:id="rId3"/>
    <p:sldMasterId id="2147483684" r:id="rId4"/>
    <p:sldMasterId id="2147483696" r:id="rId5"/>
    <p:sldMasterId id="2147483708" r:id="rId6"/>
    <p:sldMasterId id="2147483720" r:id="rId7"/>
    <p:sldMasterId id="2147483732" r:id="rId8"/>
    <p:sldMasterId id="2147483744" r:id="rId9"/>
    <p:sldMasterId id="2147483756" r:id="rId10"/>
    <p:sldMasterId id="2147483768" r:id="rId11"/>
    <p:sldMasterId id="2147483780" r:id="rId12"/>
    <p:sldMasterId id="2147483792" r:id="rId13"/>
    <p:sldMasterId id="2147483804" r:id="rId14"/>
    <p:sldMasterId id="2147483816" r:id="rId15"/>
  </p:sldMasterIdLst>
  <p:notesMasterIdLst>
    <p:notesMasterId r:id="rId27"/>
  </p:notesMasterIdLst>
  <p:handoutMasterIdLst>
    <p:handoutMasterId r:id="rId28"/>
  </p:handoutMasterIdLst>
  <p:sldIdLst>
    <p:sldId id="384" r:id="rId16"/>
    <p:sldId id="385" r:id="rId17"/>
    <p:sldId id="403" r:id="rId18"/>
    <p:sldId id="387" r:id="rId19"/>
    <p:sldId id="388" r:id="rId20"/>
    <p:sldId id="404" r:id="rId21"/>
    <p:sldId id="389" r:id="rId22"/>
    <p:sldId id="390" r:id="rId23"/>
    <p:sldId id="402" r:id="rId24"/>
    <p:sldId id="393" r:id="rId25"/>
    <p:sldId id="399" r:id="rId26"/>
  </p:sldIdLst>
  <p:sldSz cx="13004800" cy="9753600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1pPr>
    <a:lvl2pPr marL="457200" algn="l" rtl="0" eaLnBrk="0" fontAlgn="base" hangingPunct="0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2pPr>
    <a:lvl3pPr marL="914400" algn="l" rtl="0" eaLnBrk="0" fontAlgn="base" hangingPunct="0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3pPr>
    <a:lvl4pPr marL="1371600" algn="l" rtl="0" eaLnBrk="0" fontAlgn="base" hangingPunct="0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4pPr>
    <a:lvl5pPr marL="1828800" algn="l" rtl="0" eaLnBrk="0" fontAlgn="base" hangingPunct="0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5pPr>
    <a:lvl6pPr marL="2286000" algn="l" defTabSz="914400" rtl="0" eaLnBrk="1" latinLnBrk="0" hangingPunct="1"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6pPr>
    <a:lvl7pPr marL="2743200" algn="l" defTabSz="914400" rtl="0" eaLnBrk="1" latinLnBrk="0" hangingPunct="1"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7pPr>
    <a:lvl8pPr marL="3200400" algn="l" defTabSz="914400" rtl="0" eaLnBrk="1" latinLnBrk="0" hangingPunct="1"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8pPr>
    <a:lvl9pPr marL="3657600" algn="l" defTabSz="914400" rtl="0" eaLnBrk="1" latinLnBrk="0" hangingPunct="1"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9pPr>
  </p:defaultTextStyle>
  <p:extLst>
    <p:ext uri="{EFAFB233-063F-42B5-8137-9DF3F51BA10A}">
      <p15:sldGuideLst xmlns:p15="http://schemas.microsoft.com/office/powerpoint/2012/main">
        <p15:guide id="1" orient="horz" pos="3072" userDrawn="1">
          <p15:clr>
            <a:srgbClr val="A4A3A4"/>
          </p15:clr>
        </p15:guide>
        <p15:guide id="2" pos="40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AEB6"/>
    <a:srgbClr val="B51753"/>
    <a:srgbClr val="43A0A7"/>
    <a:srgbClr val="3B8B91"/>
    <a:srgbClr val="357D83"/>
    <a:srgbClr val="3399FF"/>
    <a:srgbClr val="000066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71" autoAdjust="0"/>
    <p:restoredTop sz="94444" autoAdjust="0"/>
  </p:normalViewPr>
  <p:slideViewPr>
    <p:cSldViewPr showGuides="1">
      <p:cViewPr varScale="1">
        <p:scale>
          <a:sx n="61" d="100"/>
          <a:sy n="61" d="100"/>
        </p:scale>
        <p:origin x="1066" y="58"/>
      </p:cViewPr>
      <p:guideLst>
        <p:guide orient="horz" pos="3072"/>
        <p:guide pos="409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26" Type="http://schemas.openxmlformats.org/officeDocument/2006/relationships/slide" Target="slides/slide1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6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5" Type="http://schemas.openxmlformats.org/officeDocument/2006/relationships/slide" Target="slides/slide10.xml"/><Relationship Id="rId33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slide" Target="slides/slide5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9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8.xml"/><Relationship Id="rId28" Type="http://schemas.openxmlformats.org/officeDocument/2006/relationships/handoutMaster" Target="handoutMasters/handoutMaster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4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7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Master" Target="slideMasters/slideMaster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eya Mahajan" userId="273b74cdbd65b3ca" providerId="LiveId" clId="{977046D3-F5A5-4CEB-A89F-F7E221359297}"/>
    <pc:docChg chg="undo custSel addSld delSld modSld">
      <pc:chgData name="Shreya Mahajan" userId="273b74cdbd65b3ca" providerId="LiveId" clId="{977046D3-F5A5-4CEB-A89F-F7E221359297}" dt="2025-10-14T05:05:42.417" v="2555" actId="20577"/>
      <pc:docMkLst>
        <pc:docMk/>
      </pc:docMkLst>
      <pc:sldChg chg="addSp delSp modSp del mod">
        <pc:chgData name="Shreya Mahajan" userId="273b74cdbd65b3ca" providerId="LiveId" clId="{977046D3-F5A5-4CEB-A89F-F7E221359297}" dt="2025-09-18T17:40:36.995" v="1959" actId="47"/>
        <pc:sldMkLst>
          <pc:docMk/>
          <pc:sldMk cId="0" sldId="386"/>
        </pc:sldMkLst>
      </pc:sldChg>
      <pc:sldChg chg="addSp delSp modSp mod">
        <pc:chgData name="Shreya Mahajan" userId="273b74cdbd65b3ca" providerId="LiveId" clId="{977046D3-F5A5-4CEB-A89F-F7E221359297}" dt="2025-09-18T17:28:37.589" v="1048" actId="113"/>
        <pc:sldMkLst>
          <pc:docMk/>
          <pc:sldMk cId="0" sldId="387"/>
        </pc:sldMkLst>
        <pc:spChg chg="add del mod">
          <ac:chgData name="Shreya Mahajan" userId="273b74cdbd65b3ca" providerId="LiveId" clId="{977046D3-F5A5-4CEB-A89F-F7E221359297}" dt="2025-09-18T17:28:37.589" v="1048" actId="113"/>
          <ac:spMkLst>
            <pc:docMk/>
            <pc:sldMk cId="0" sldId="387"/>
            <ac:spMk id="29699" creationId="{00000000-0000-0000-0000-000000000000}"/>
          </ac:spMkLst>
        </pc:spChg>
      </pc:sldChg>
      <pc:sldChg chg="addSp modSp mod">
        <pc:chgData name="Shreya Mahajan" userId="273b74cdbd65b3ca" providerId="LiveId" clId="{977046D3-F5A5-4CEB-A89F-F7E221359297}" dt="2025-09-23T06:40:11.357" v="2525" actId="20577"/>
        <pc:sldMkLst>
          <pc:docMk/>
          <pc:sldMk cId="0" sldId="388"/>
        </pc:sldMkLst>
        <pc:spChg chg="mod">
          <ac:chgData name="Shreya Mahajan" userId="273b74cdbd65b3ca" providerId="LiveId" clId="{977046D3-F5A5-4CEB-A89F-F7E221359297}" dt="2025-09-23T06:40:11.357" v="2525" actId="20577"/>
          <ac:spMkLst>
            <pc:docMk/>
            <pc:sldMk cId="0" sldId="388"/>
            <ac:spMk id="30723" creationId="{00000000-0000-0000-0000-000000000000}"/>
          </ac:spMkLst>
        </pc:spChg>
        <pc:picChg chg="add mod">
          <ac:chgData name="Shreya Mahajan" userId="273b74cdbd65b3ca" providerId="LiveId" clId="{977046D3-F5A5-4CEB-A89F-F7E221359297}" dt="2025-09-23T06:39:56.792" v="2524" actId="1076"/>
          <ac:picMkLst>
            <pc:docMk/>
            <pc:sldMk cId="0" sldId="388"/>
            <ac:picMk id="7" creationId="{56D3E8D8-C03A-F08A-016B-905B88587623}"/>
          </ac:picMkLst>
        </pc:picChg>
      </pc:sldChg>
      <pc:sldChg chg="modSp mod">
        <pc:chgData name="Shreya Mahajan" userId="273b74cdbd65b3ca" providerId="LiveId" clId="{977046D3-F5A5-4CEB-A89F-F7E221359297}" dt="2025-09-23T10:29:22.064" v="2550" actId="20577"/>
        <pc:sldMkLst>
          <pc:docMk/>
          <pc:sldMk cId="0" sldId="389"/>
        </pc:sldMkLst>
        <pc:spChg chg="mod">
          <ac:chgData name="Shreya Mahajan" userId="273b74cdbd65b3ca" providerId="LiveId" clId="{977046D3-F5A5-4CEB-A89F-F7E221359297}" dt="2025-09-23T10:29:22.064" v="2550" actId="20577"/>
          <ac:spMkLst>
            <pc:docMk/>
            <pc:sldMk cId="0" sldId="389"/>
            <ac:spMk id="31747" creationId="{00000000-0000-0000-0000-000000000000}"/>
          </ac:spMkLst>
        </pc:spChg>
      </pc:sldChg>
      <pc:sldChg chg="modSp mod">
        <pc:chgData name="Shreya Mahajan" userId="273b74cdbd65b3ca" providerId="LiveId" clId="{977046D3-F5A5-4CEB-A89F-F7E221359297}" dt="2025-09-18T17:50:01.724" v="2103" actId="255"/>
        <pc:sldMkLst>
          <pc:docMk/>
          <pc:sldMk cId="0" sldId="393"/>
        </pc:sldMkLst>
        <pc:spChg chg="mod">
          <ac:chgData name="Shreya Mahajan" userId="273b74cdbd65b3ca" providerId="LiveId" clId="{977046D3-F5A5-4CEB-A89F-F7E221359297}" dt="2025-09-18T17:50:01.724" v="2103" actId="255"/>
          <ac:spMkLst>
            <pc:docMk/>
            <pc:sldMk cId="0" sldId="393"/>
            <ac:spMk id="35843" creationId="{00000000-0000-0000-0000-000000000000}"/>
          </ac:spMkLst>
        </pc:spChg>
      </pc:sldChg>
      <pc:sldChg chg="modSp mod">
        <pc:chgData name="Shreya Mahajan" userId="273b74cdbd65b3ca" providerId="LiveId" clId="{977046D3-F5A5-4CEB-A89F-F7E221359297}" dt="2025-09-23T07:21:24.028" v="2542" actId="20577"/>
        <pc:sldMkLst>
          <pc:docMk/>
          <pc:sldMk cId="0" sldId="399"/>
        </pc:sldMkLst>
        <pc:spChg chg="mod">
          <ac:chgData name="Shreya Mahajan" userId="273b74cdbd65b3ca" providerId="LiveId" clId="{977046D3-F5A5-4CEB-A89F-F7E221359297}" dt="2025-09-23T07:21:24.028" v="2542" actId="20577"/>
          <ac:spMkLst>
            <pc:docMk/>
            <pc:sldMk cId="0" sldId="399"/>
            <ac:spMk id="3" creationId="{00000000-0000-0000-0000-000000000000}"/>
          </ac:spMkLst>
        </pc:spChg>
      </pc:sldChg>
      <pc:sldChg chg="addSp delSp modSp mod">
        <pc:chgData name="Shreya Mahajan" userId="273b74cdbd65b3ca" providerId="LiveId" clId="{977046D3-F5A5-4CEB-A89F-F7E221359297}" dt="2025-09-18T17:45:20.870" v="1964" actId="14100"/>
        <pc:sldMkLst>
          <pc:docMk/>
          <pc:sldMk cId="0" sldId="401"/>
        </pc:sldMkLst>
        <pc:spChg chg="add mod">
          <ac:chgData name="Shreya Mahajan" userId="273b74cdbd65b3ca" providerId="LiveId" clId="{977046D3-F5A5-4CEB-A89F-F7E221359297}" dt="2025-09-18T17:45:06.762" v="1960" actId="478"/>
          <ac:spMkLst>
            <pc:docMk/>
            <pc:sldMk cId="0" sldId="401"/>
            <ac:spMk id="7" creationId="{A2C70FBE-99EE-76AC-B9EF-35F656EFEC46}"/>
          </ac:spMkLst>
        </pc:spChg>
        <pc:picChg chg="add mod">
          <ac:chgData name="Shreya Mahajan" userId="273b74cdbd65b3ca" providerId="LiveId" clId="{977046D3-F5A5-4CEB-A89F-F7E221359297}" dt="2025-09-18T17:45:20.870" v="1964" actId="14100"/>
          <ac:picMkLst>
            <pc:docMk/>
            <pc:sldMk cId="0" sldId="401"/>
            <ac:picMk id="10" creationId="{8FA9DB30-3308-E2A3-AF59-4C7583D3ACC0}"/>
          </ac:picMkLst>
        </pc:picChg>
      </pc:sldChg>
      <pc:sldChg chg="addSp delSp modSp mod">
        <pc:chgData name="Shreya Mahajan" userId="273b74cdbd65b3ca" providerId="LiveId" clId="{977046D3-F5A5-4CEB-A89F-F7E221359297}" dt="2025-09-23T07:18:17.930" v="2539" actId="6549"/>
        <pc:sldMkLst>
          <pc:docMk/>
          <pc:sldMk cId="0" sldId="402"/>
        </pc:sldMkLst>
        <pc:spChg chg="mod">
          <ac:chgData name="Shreya Mahajan" userId="273b74cdbd65b3ca" providerId="LiveId" clId="{977046D3-F5A5-4CEB-A89F-F7E221359297}" dt="2025-09-14T11:16:19.309" v="14" actId="1076"/>
          <ac:spMkLst>
            <pc:docMk/>
            <pc:sldMk cId="0" sldId="402"/>
            <ac:spMk id="2" creationId="{00000000-0000-0000-0000-000000000000}"/>
          </ac:spMkLst>
        </pc:spChg>
        <pc:spChg chg="mod">
          <ac:chgData name="Shreya Mahajan" userId="273b74cdbd65b3ca" providerId="LiveId" clId="{977046D3-F5A5-4CEB-A89F-F7E221359297}" dt="2025-09-23T07:18:17.930" v="2539" actId="6549"/>
          <ac:spMkLst>
            <pc:docMk/>
            <pc:sldMk cId="0" sldId="402"/>
            <ac:spMk id="3" creationId="{00000000-0000-0000-0000-000000000000}"/>
          </ac:spMkLst>
        </pc:spChg>
        <pc:picChg chg="add mod">
          <ac:chgData name="Shreya Mahajan" userId="273b74cdbd65b3ca" providerId="LiveId" clId="{977046D3-F5A5-4CEB-A89F-F7E221359297}" dt="2025-09-14T11:16:23.489" v="15" actId="1076"/>
          <ac:picMkLst>
            <pc:docMk/>
            <pc:sldMk cId="0" sldId="402"/>
            <ac:picMk id="9" creationId="{A6198173-1987-7BF3-ACD9-F78022A68766}"/>
          </ac:picMkLst>
        </pc:picChg>
      </pc:sldChg>
      <pc:sldChg chg="addSp delSp modSp new mod">
        <pc:chgData name="Shreya Mahajan" userId="273b74cdbd65b3ca" providerId="LiveId" clId="{977046D3-F5A5-4CEB-A89F-F7E221359297}" dt="2025-09-23T06:04:32.478" v="2230" actId="14100"/>
        <pc:sldMkLst>
          <pc:docMk/>
          <pc:sldMk cId="392769039" sldId="403"/>
        </pc:sldMkLst>
        <pc:spChg chg="mod">
          <ac:chgData name="Shreya Mahajan" userId="273b74cdbd65b3ca" providerId="LiveId" clId="{977046D3-F5A5-4CEB-A89F-F7E221359297}" dt="2025-09-18T17:31:59.411" v="1191" actId="20577"/>
          <ac:spMkLst>
            <pc:docMk/>
            <pc:sldMk cId="392769039" sldId="403"/>
            <ac:spMk id="2" creationId="{193D0C12-1217-51A0-50F1-FE85DF6336C4}"/>
          </ac:spMkLst>
        </pc:spChg>
        <pc:spChg chg="mod">
          <ac:chgData name="Shreya Mahajan" userId="273b74cdbd65b3ca" providerId="LiveId" clId="{977046D3-F5A5-4CEB-A89F-F7E221359297}" dt="2025-09-23T06:04:28.046" v="2229" actId="20577"/>
          <ac:spMkLst>
            <pc:docMk/>
            <pc:sldMk cId="392769039" sldId="403"/>
            <ac:spMk id="3" creationId="{78E193D2-E830-93CF-4D24-46D97162CE5B}"/>
          </ac:spMkLst>
        </pc:spChg>
        <pc:picChg chg="add mod">
          <ac:chgData name="Shreya Mahajan" userId="273b74cdbd65b3ca" providerId="LiveId" clId="{977046D3-F5A5-4CEB-A89F-F7E221359297}" dt="2025-09-23T06:00:10.057" v="2209" actId="1076"/>
          <ac:picMkLst>
            <pc:docMk/>
            <pc:sldMk cId="392769039" sldId="403"/>
            <ac:picMk id="1026" creationId="{DF1C6F0B-9BEB-8255-9D7A-036D6597E1CF}"/>
          </ac:picMkLst>
        </pc:picChg>
        <pc:picChg chg="add mod">
          <ac:chgData name="Shreya Mahajan" userId="273b74cdbd65b3ca" providerId="LiveId" clId="{977046D3-F5A5-4CEB-A89F-F7E221359297}" dt="2025-09-23T06:04:32.478" v="2230" actId="14100"/>
          <ac:picMkLst>
            <pc:docMk/>
            <pc:sldMk cId="392769039" sldId="403"/>
            <ac:picMk id="1028" creationId="{97EEEEAA-7A76-7938-CF0A-078DB2F40D53}"/>
          </ac:picMkLst>
        </pc:picChg>
      </pc:sldChg>
      <pc:sldChg chg="addSp delSp modSp new del mod">
        <pc:chgData name="Shreya Mahajan" userId="273b74cdbd65b3ca" providerId="LiveId" clId="{977046D3-F5A5-4CEB-A89F-F7E221359297}" dt="2025-09-14T11:27:46.256" v="629" actId="47"/>
        <pc:sldMkLst>
          <pc:docMk/>
          <pc:sldMk cId="1957846648" sldId="403"/>
        </pc:sldMkLst>
      </pc:sldChg>
      <pc:sldChg chg="addSp delSp modSp new del">
        <pc:chgData name="Shreya Mahajan" userId="273b74cdbd65b3ca" providerId="LiveId" clId="{977046D3-F5A5-4CEB-A89F-F7E221359297}" dt="2025-09-18T17:57:46.217" v="2195" actId="47"/>
        <pc:sldMkLst>
          <pc:docMk/>
          <pc:sldMk cId="757865114" sldId="404"/>
        </pc:sldMkLst>
      </pc:sldChg>
      <pc:sldChg chg="modSp new mod">
        <pc:chgData name="Shreya Mahajan" userId="273b74cdbd65b3ca" providerId="LiveId" clId="{977046D3-F5A5-4CEB-A89F-F7E221359297}" dt="2025-10-14T05:05:42.417" v="2555" actId="20577"/>
        <pc:sldMkLst>
          <pc:docMk/>
          <pc:sldMk cId="3052366989" sldId="404"/>
        </pc:sldMkLst>
        <pc:spChg chg="mod">
          <ac:chgData name="Shreya Mahajan" userId="273b74cdbd65b3ca" providerId="LiveId" clId="{977046D3-F5A5-4CEB-A89F-F7E221359297}" dt="2025-10-14T05:05:42.417" v="2555" actId="20577"/>
          <ac:spMkLst>
            <pc:docMk/>
            <pc:sldMk cId="3052366989" sldId="404"/>
            <ac:spMk id="3" creationId="{54654A98-118A-BB71-4480-7BBE0B938CE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 eaLnBrk="1" hangingPunct="1">
              <a:defRPr sz="1300"/>
            </a:lvl1pPr>
          </a:lstStyle>
          <a:p>
            <a:pPr>
              <a:defRPr/>
            </a:pPr>
            <a:r>
              <a:rPr lang="en-US"/>
              <a:t>School of Engineering &amp; Technology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 eaLnBrk="1" hangingPunct="1">
              <a:defRPr sz="1300"/>
            </a:lvl1pPr>
          </a:lstStyle>
          <a:p>
            <a:pPr>
              <a:defRPr/>
            </a:pPr>
            <a:fld id="{28125F27-7924-4326-A585-67C5CA7233D1}" type="datetimeFigureOut">
              <a:rPr lang="en-US"/>
              <a:pPr>
                <a:defRPr/>
              </a:pPr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 eaLnBrk="1" hangingPunct="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wrap="square" lIns="96661" tIns="48331" rIns="96661" bIns="48331" numCol="1" anchor="b" anchorCtr="0" compatLnSpc="1"/>
          <a:lstStyle>
            <a:lvl1pPr algn="r" eaLnBrk="1" hangingPunct="1">
              <a:defRPr sz="1300"/>
            </a:lvl1pPr>
          </a:lstStyle>
          <a:p>
            <a:pPr>
              <a:defRPr/>
            </a:pPr>
            <a:fld id="{C7A100DB-4E74-4FB2-8ABD-7092DA3AF25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 eaLnBrk="1" hangingPunct="1">
              <a:defRPr sz="1300"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1pPr>
          </a:lstStyle>
          <a:p>
            <a:pPr>
              <a:defRPr/>
            </a:pPr>
            <a:r>
              <a:rPr lang="en-US"/>
              <a:t>School of Engineering &amp; Technology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 eaLnBrk="1" hangingPunct="1">
              <a:defRPr sz="1300"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1pPr>
          </a:lstStyle>
          <a:p>
            <a:pPr>
              <a:defRPr/>
            </a:pPr>
            <a:fld id="{A5EF5327-60B6-4513-A97C-1D151EB3EB98}" type="datetimeFigureOut">
              <a:rPr lang="en-US"/>
              <a:pPr>
                <a:defRPr/>
              </a:pPr>
              <a:t>12/3/2025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 eaLnBrk="1" hangingPunct="1">
              <a:defRPr sz="1300"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wrap="square" lIns="96661" tIns="48331" rIns="96661" bIns="48331" numCol="1" anchor="b" anchorCtr="0" compatLnSpc="1"/>
          <a:lstStyle>
            <a:lvl1pPr algn="r" eaLnBrk="1" hangingPunct="1">
              <a:defRPr sz="1300"/>
            </a:lvl1pPr>
          </a:lstStyle>
          <a:p>
            <a:pPr>
              <a:defRPr/>
            </a:pPr>
            <a:fld id="{31D0F6E7-57E6-4F82-B6DB-0B78967D4FA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School of Engineering &amp; Technology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1D0F6E7-57E6-4F82-B6DB-0B78967D4FA6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7861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70000" y="5029200"/>
            <a:ext cx="5156200" cy="1130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5029200"/>
            <a:ext cx="5156200" cy="1130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18600" y="1638300"/>
            <a:ext cx="2616200" cy="4521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70000" y="1638300"/>
            <a:ext cx="7696200" cy="4521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70000" y="2768600"/>
            <a:ext cx="51562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768600"/>
            <a:ext cx="51562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18600" y="254000"/>
            <a:ext cx="2616200" cy="8229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70000" y="254000"/>
            <a:ext cx="7696200" cy="8229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0875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28163" y="390525"/>
            <a:ext cx="2925762" cy="832167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390525"/>
            <a:ext cx="8624888" cy="8321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70000" y="1270000"/>
            <a:ext cx="5156200" cy="7213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1270000"/>
            <a:ext cx="5156200" cy="7213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28163" y="390525"/>
            <a:ext cx="2925762" cy="809307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390525"/>
            <a:ext cx="8624888" cy="80930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0875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28163" y="2276475"/>
            <a:ext cx="2925762" cy="67913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8624888" cy="67913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0875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28163" y="2276475"/>
            <a:ext cx="2925762" cy="67913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8624888" cy="67913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5000" y="4787900"/>
            <a:ext cx="2857500" cy="330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900" y="4787900"/>
            <a:ext cx="2857500" cy="330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035550" y="1409700"/>
            <a:ext cx="1466850" cy="668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35000" y="1409700"/>
            <a:ext cx="4248150" cy="668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5000" y="4787900"/>
            <a:ext cx="2857500" cy="330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900" y="4787900"/>
            <a:ext cx="2857500" cy="330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035550" y="1409700"/>
            <a:ext cx="1466850" cy="668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35000" y="1409700"/>
            <a:ext cx="4248150" cy="668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0875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28163" y="254000"/>
            <a:ext cx="2925762" cy="8458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54000"/>
            <a:ext cx="8624888" cy="84582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0875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28163" y="2276475"/>
            <a:ext cx="2925762" cy="64357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8624888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70000" y="2768600"/>
            <a:ext cx="244475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150" y="2768600"/>
            <a:ext cx="244475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18600" y="254000"/>
            <a:ext cx="2616200" cy="8229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70000" y="254000"/>
            <a:ext cx="7696200" cy="8229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70000" y="2768600"/>
            <a:ext cx="51562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768600"/>
            <a:ext cx="51562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18600" y="254000"/>
            <a:ext cx="2616200" cy="8229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70000" y="254000"/>
            <a:ext cx="7696200" cy="8229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772400" y="2768600"/>
            <a:ext cx="19050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829800" y="2768600"/>
            <a:ext cx="19050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18600" y="254000"/>
            <a:ext cx="2616200" cy="8229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70000" y="254000"/>
            <a:ext cx="7696200" cy="8229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70000" y="2768600"/>
            <a:ext cx="244475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150" y="2768600"/>
            <a:ext cx="244475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18600" y="254000"/>
            <a:ext cx="2616200" cy="8229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70000" y="254000"/>
            <a:ext cx="7696200" cy="8229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1310483" y="2010741"/>
            <a:ext cx="299110" cy="299110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646238" y="1912938"/>
            <a:ext cx="90487" cy="90487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2037419" y="511855"/>
            <a:ext cx="10533888" cy="2093773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2037419" y="2631202"/>
            <a:ext cx="10533888" cy="2492587"/>
          </a:xfrm>
        </p:spPr>
        <p:txBody>
          <a:bodyPr tIns="0"/>
          <a:lstStyle>
            <a:lvl1pPr marL="38735" indent="0" algn="l">
              <a:buNone/>
              <a:defRPr sz="37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650240" indent="0" algn="ctr">
              <a:buNone/>
            </a:lvl2pPr>
            <a:lvl3pPr marL="1300480" indent="0" algn="ctr">
              <a:buNone/>
            </a:lvl3pPr>
            <a:lvl4pPr marL="1950720" indent="0" algn="ctr">
              <a:buNone/>
            </a:lvl4pPr>
            <a:lvl5pPr marL="2600960" indent="0" algn="ctr">
              <a:buNone/>
            </a:lvl5pPr>
            <a:lvl6pPr marL="3251200" indent="0" algn="ctr">
              <a:buNone/>
            </a:lvl6pPr>
            <a:lvl7pPr marL="3901440" indent="0" algn="ctr">
              <a:buNone/>
            </a:lvl7pPr>
            <a:lvl8pPr marL="4551680" indent="0" algn="ctr">
              <a:buNone/>
            </a:lvl8pPr>
            <a:lvl9pPr marL="520192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10/09/2025 </a:t>
            </a:r>
          </a:p>
        </p:txBody>
      </p:sp>
      <p:sp>
        <p:nvSpPr>
          <p:cNvPr id="7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764944-C5B7-48D6-B1ED-F475B7EAAC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10/09/2025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2A515E-3E39-4365-9B98-DF96612078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246438" y="0"/>
            <a:ext cx="9753600" cy="97536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invGray">
          <a:xfrm>
            <a:off x="3251200" y="0"/>
            <a:ext cx="107950" cy="97536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089523" y="4003067"/>
            <a:ext cx="299110" cy="299110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424238" y="3905250"/>
            <a:ext cx="92075" cy="9048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67046" y="3698240"/>
            <a:ext cx="9103360" cy="3251200"/>
          </a:xfrm>
        </p:spPr>
        <p:txBody>
          <a:bodyPr anchor="t"/>
          <a:lstStyle>
            <a:lvl1pPr algn="l">
              <a:lnSpc>
                <a:spcPts val="6400"/>
              </a:lnSpc>
              <a:buNone/>
              <a:defRPr sz="57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67046" y="1517227"/>
            <a:ext cx="9103360" cy="2147146"/>
          </a:xfrm>
        </p:spPr>
        <p:txBody>
          <a:bodyPr anchor="b"/>
          <a:lstStyle>
            <a:lvl1pPr marL="26035" indent="0">
              <a:lnSpc>
                <a:spcPts val="3270"/>
              </a:lnSpc>
              <a:spcBef>
                <a:spcPts val="0"/>
              </a:spcBef>
              <a:buNone/>
              <a:defRPr sz="28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10/09/2025 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B05125-ACAC-42EB-9BF3-18B31522FE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1754" y="390144"/>
            <a:ext cx="10663936" cy="1625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41754" y="2167467"/>
            <a:ext cx="5201920" cy="6632448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800"/>
            </a:lvl3pPr>
            <a:lvl4pPr>
              <a:defRPr sz="2600"/>
            </a:lvl4pPr>
            <a:lvl5pPr>
              <a:defRPr sz="2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03770" y="2167467"/>
            <a:ext cx="5201920" cy="6632448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800"/>
            </a:lvl3pPr>
            <a:lvl4pPr>
              <a:defRPr sz="2600"/>
            </a:lvl4pPr>
            <a:lvl5pPr>
              <a:defRPr sz="2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10/09/2025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6FD9E8-0C80-4830-885A-F2D3695FD3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240" y="7339145"/>
            <a:ext cx="11704320" cy="1625600"/>
          </a:xfrm>
        </p:spPr>
        <p:txBody>
          <a:bodyPr/>
          <a:lstStyle>
            <a:lvl1pPr algn="ctr">
              <a:defRPr sz="6400" b="1" cap="none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240" y="466884"/>
            <a:ext cx="5722112" cy="910336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90805" indent="0" algn="l">
              <a:lnSpc>
                <a:spcPct val="100000"/>
              </a:lnSpc>
              <a:spcBef>
                <a:spcPts val="140"/>
              </a:spcBef>
              <a:buNone/>
              <a:defRPr sz="2700" b="0">
                <a:solidFill>
                  <a:schemeClr val="tx1"/>
                </a:solidFill>
              </a:defRPr>
            </a:lvl1pPr>
            <a:lvl2pPr>
              <a:buNone/>
              <a:defRPr sz="2800" b="1"/>
            </a:lvl2pPr>
            <a:lvl3pPr>
              <a:buNone/>
              <a:defRPr sz="2600" b="1"/>
            </a:lvl3pPr>
            <a:lvl4pPr>
              <a:buNone/>
              <a:defRPr sz="2300" b="1"/>
            </a:lvl4pPr>
            <a:lvl5pPr>
              <a:buNone/>
              <a:defRPr sz="23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632448" y="466884"/>
            <a:ext cx="5722112" cy="910336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90805" indent="0" algn="l">
              <a:lnSpc>
                <a:spcPct val="100000"/>
              </a:lnSpc>
              <a:spcBef>
                <a:spcPts val="140"/>
              </a:spcBef>
              <a:buNone/>
              <a:defRPr sz="2700" b="0">
                <a:solidFill>
                  <a:schemeClr val="tx1"/>
                </a:solidFill>
              </a:defRPr>
            </a:lvl1pPr>
            <a:lvl2pPr>
              <a:buNone/>
              <a:defRPr sz="2800" b="1"/>
            </a:lvl2pPr>
            <a:lvl3pPr>
              <a:buNone/>
              <a:defRPr sz="2600" b="1"/>
            </a:lvl3pPr>
            <a:lvl4pPr>
              <a:buNone/>
              <a:defRPr sz="2300" b="1"/>
            </a:lvl4pPr>
            <a:lvl5pPr>
              <a:buNone/>
              <a:defRPr sz="23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50240" y="1378611"/>
            <a:ext cx="5722112" cy="585216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559435" indent="-389890">
              <a:lnSpc>
                <a:spcPct val="100000"/>
              </a:lnSpc>
              <a:spcBef>
                <a:spcPts val="995"/>
              </a:spcBef>
              <a:defRPr sz="3400"/>
            </a:lvl1pPr>
            <a:lvl2pPr>
              <a:lnSpc>
                <a:spcPct val="100000"/>
              </a:lnSpc>
              <a:spcBef>
                <a:spcPts val="995"/>
              </a:spcBef>
              <a:defRPr sz="2800"/>
            </a:lvl2pPr>
            <a:lvl3pPr>
              <a:lnSpc>
                <a:spcPct val="100000"/>
              </a:lnSpc>
              <a:spcBef>
                <a:spcPts val="995"/>
              </a:spcBef>
              <a:defRPr sz="2600"/>
            </a:lvl3pPr>
            <a:lvl4pPr>
              <a:lnSpc>
                <a:spcPct val="100000"/>
              </a:lnSpc>
              <a:spcBef>
                <a:spcPts val="995"/>
              </a:spcBef>
              <a:defRPr sz="2300"/>
            </a:lvl4pPr>
            <a:lvl5pPr>
              <a:lnSpc>
                <a:spcPct val="100000"/>
              </a:lnSpc>
              <a:spcBef>
                <a:spcPts val="995"/>
              </a:spcBef>
              <a:defRPr sz="23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2448" y="1378611"/>
            <a:ext cx="5722112" cy="585216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559435" indent="-389890">
              <a:lnSpc>
                <a:spcPct val="100000"/>
              </a:lnSpc>
              <a:spcBef>
                <a:spcPts val="995"/>
              </a:spcBef>
              <a:defRPr sz="3400"/>
            </a:lvl1pPr>
            <a:lvl2pPr>
              <a:lnSpc>
                <a:spcPct val="100000"/>
              </a:lnSpc>
              <a:spcBef>
                <a:spcPts val="995"/>
              </a:spcBef>
              <a:defRPr sz="2800"/>
            </a:lvl2pPr>
            <a:lvl3pPr>
              <a:lnSpc>
                <a:spcPct val="100000"/>
              </a:lnSpc>
              <a:spcBef>
                <a:spcPts val="995"/>
              </a:spcBef>
              <a:defRPr sz="2600"/>
            </a:lvl3pPr>
            <a:lvl4pPr>
              <a:lnSpc>
                <a:spcPct val="100000"/>
              </a:lnSpc>
              <a:spcBef>
                <a:spcPts val="995"/>
              </a:spcBef>
              <a:defRPr sz="2300"/>
            </a:lvl4pPr>
            <a:lvl5pPr>
              <a:lnSpc>
                <a:spcPct val="100000"/>
              </a:lnSpc>
              <a:spcBef>
                <a:spcPts val="995"/>
              </a:spcBef>
              <a:defRPr sz="23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10/09/2025 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F8F286-D16D-4C14-B8C1-AEB3377F72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1754" y="390144"/>
            <a:ext cx="10663936" cy="1625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10/09/2025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A1C867-080A-4421-B3AD-97329B9D26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43038" y="0"/>
            <a:ext cx="11561762" cy="97536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" name="Rectangle 2"/>
          <p:cNvSpPr/>
          <p:nvPr/>
        </p:nvSpPr>
        <p:spPr bwMode="invGray">
          <a:xfrm>
            <a:off x="1443038" y="0"/>
            <a:ext cx="104775" cy="97536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10/09/2025 </a:t>
            </a: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5CA93D-A4F4-438E-AA12-7363D9CB7A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240" y="308307"/>
            <a:ext cx="5418667" cy="1652693"/>
          </a:xfrm>
          <a:ln>
            <a:noFill/>
          </a:ln>
        </p:spPr>
        <p:txBody>
          <a:bodyPr anchor="b"/>
          <a:lstStyle>
            <a:lvl1pPr algn="l">
              <a:lnSpc>
                <a:spcPts val="2845"/>
              </a:lnSpc>
              <a:buNone/>
              <a:defRPr sz="3100" b="1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50240" y="2001016"/>
            <a:ext cx="5418667" cy="993422"/>
          </a:xfrm>
        </p:spPr>
        <p:txBody>
          <a:bodyPr/>
          <a:lstStyle>
            <a:lvl1pPr marL="64770" indent="0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>
              <a:buNone/>
              <a:defRPr sz="1700"/>
            </a:lvl2pPr>
            <a:lvl3pPr>
              <a:buNone/>
              <a:defRPr sz="1400"/>
            </a:lvl3pPr>
            <a:lvl4pPr>
              <a:buNone/>
              <a:defRPr sz="1300"/>
            </a:lvl4pPr>
            <a:lvl5pPr>
              <a:buNone/>
              <a:defRPr sz="13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650240" y="3034454"/>
            <a:ext cx="11595947" cy="5678312"/>
          </a:xfrm>
        </p:spPr>
        <p:txBody>
          <a:bodyPr/>
          <a:lstStyle>
            <a:lvl1pPr>
              <a:defRPr sz="4600"/>
            </a:lvl1pPr>
            <a:lvl2pPr>
              <a:defRPr sz="4000"/>
            </a:lvl2pPr>
            <a:lvl3pPr>
              <a:defRPr sz="34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10/09/2025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526C98-457C-495A-885B-B51F77EFA8F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83733" y="1517227"/>
            <a:ext cx="6502400" cy="65024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130046" tIns="390138" rIns="130046" bIns="65023">
            <a:normAutofit/>
          </a:bodyPr>
          <a:lstStyle/>
          <a:p>
            <a:pPr indent="-403225" eaLnBrk="1" hangingPunct="1">
              <a:lnSpc>
                <a:spcPts val="4265"/>
              </a:lnSpc>
              <a:spcBef>
                <a:spcPts val="855"/>
              </a:spcBef>
              <a:buClr>
                <a:schemeClr val="accent1"/>
              </a:buClr>
              <a:buSzPct val="80000"/>
              <a:buFont typeface="Wingdings 2" panose="05020102010507070707"/>
              <a:buNone/>
              <a:defRPr/>
            </a:pPr>
            <a:endParaRPr lang="en-US" sz="46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Flowchart: Process 5"/>
          <p:cNvSpPr/>
          <p:nvPr/>
        </p:nvSpPr>
        <p:spPr>
          <a:xfrm rot="19468671">
            <a:off x="563563" y="1357313"/>
            <a:ext cx="976312" cy="290512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Flowchart: Process 6"/>
          <p:cNvSpPr/>
          <p:nvPr/>
        </p:nvSpPr>
        <p:spPr>
          <a:xfrm rot="2103354" flipH="1">
            <a:off x="7116763" y="1331913"/>
            <a:ext cx="922337" cy="290512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2474" y="1517227"/>
            <a:ext cx="3901440" cy="2817707"/>
          </a:xfrm>
        </p:spPr>
        <p:txBody>
          <a:bodyPr anchor="b">
            <a:noAutofit/>
          </a:bodyPr>
          <a:lstStyle>
            <a:lvl1pPr algn="l">
              <a:buNone/>
              <a:defRPr sz="3000" b="1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2107" y="1625605"/>
            <a:ext cx="6285653" cy="4998444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tIns="390138">
            <a:normAutofit/>
          </a:bodyPr>
          <a:lstStyle>
            <a:lvl1pPr marL="0" indent="0" algn="l" eaLnBrk="1" latinLnBrk="0" hangingPunct="1">
              <a:buNone/>
              <a:defRPr sz="46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2107" y="6827520"/>
            <a:ext cx="6285653" cy="1083733"/>
          </a:xfrm>
        </p:spPr>
        <p:txBody>
          <a:bodyPr anchor="ctr"/>
          <a:lstStyle>
            <a:lvl1pPr marL="0" indent="0" algn="l">
              <a:lnSpc>
                <a:spcPts val="2275"/>
              </a:lnSpc>
              <a:spcBef>
                <a:spcPts val="0"/>
              </a:spcBef>
              <a:buNone/>
              <a:defRPr sz="2000">
                <a:solidFill>
                  <a:srgbClr val="777777"/>
                </a:solidFill>
              </a:defRPr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10/09/2025 </a:t>
            </a:r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D714D2-3A5C-4C10-82C3-6BCA2647EE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10/09/2025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C08728-4636-4AE1-87CF-7D261829F0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53600" y="390598"/>
            <a:ext cx="2600960" cy="83221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25600" y="390600"/>
            <a:ext cx="7911253" cy="83221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10/09/2025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80F4B8-5C48-49EB-A75F-18DE72FA2C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8.xml"/><Relationship Id="rId3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7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112.xml"/><Relationship Id="rId1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21.xml"/><Relationship Id="rId5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20.xml"/><Relationship Id="rId4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9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9.xml"/><Relationship Id="rId3" Type="http://schemas.openxmlformats.org/officeDocument/2006/relationships/slideLayout" Target="../slideLayouts/slideLayout124.xml"/><Relationship Id="rId7" Type="http://schemas.openxmlformats.org/officeDocument/2006/relationships/slideLayout" Target="../slideLayouts/slideLayout128.xml"/><Relationship Id="rId12" Type="http://schemas.openxmlformats.org/officeDocument/2006/relationships/theme" Target="../theme/theme12.xml"/><Relationship Id="rId2" Type="http://schemas.openxmlformats.org/officeDocument/2006/relationships/slideLayout" Target="../slideLayouts/slideLayout123.xml"/><Relationship Id="rId1" Type="http://schemas.openxmlformats.org/officeDocument/2006/relationships/slideLayout" Target="../slideLayouts/slideLayout122.xml"/><Relationship Id="rId6" Type="http://schemas.openxmlformats.org/officeDocument/2006/relationships/slideLayout" Target="../slideLayouts/slideLayout127.xml"/><Relationship Id="rId11" Type="http://schemas.openxmlformats.org/officeDocument/2006/relationships/slideLayout" Target="../slideLayouts/slideLayout132.xml"/><Relationship Id="rId5" Type="http://schemas.openxmlformats.org/officeDocument/2006/relationships/slideLayout" Target="../slideLayouts/slideLayout126.xml"/><Relationship Id="rId10" Type="http://schemas.openxmlformats.org/officeDocument/2006/relationships/slideLayout" Target="../slideLayouts/slideLayout131.xml"/><Relationship Id="rId4" Type="http://schemas.openxmlformats.org/officeDocument/2006/relationships/slideLayout" Target="../slideLayouts/slideLayout125.xml"/><Relationship Id="rId9" Type="http://schemas.openxmlformats.org/officeDocument/2006/relationships/slideLayout" Target="../slideLayouts/slideLayout130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0.xml"/><Relationship Id="rId3" Type="http://schemas.openxmlformats.org/officeDocument/2006/relationships/slideLayout" Target="../slideLayouts/slideLayout135.xml"/><Relationship Id="rId7" Type="http://schemas.openxmlformats.org/officeDocument/2006/relationships/slideLayout" Target="../slideLayouts/slideLayout139.xml"/><Relationship Id="rId12" Type="http://schemas.openxmlformats.org/officeDocument/2006/relationships/theme" Target="../theme/theme13.xml"/><Relationship Id="rId2" Type="http://schemas.openxmlformats.org/officeDocument/2006/relationships/slideLayout" Target="../slideLayouts/slideLayout134.xml"/><Relationship Id="rId1" Type="http://schemas.openxmlformats.org/officeDocument/2006/relationships/slideLayout" Target="../slideLayouts/slideLayout133.xml"/><Relationship Id="rId6" Type="http://schemas.openxmlformats.org/officeDocument/2006/relationships/slideLayout" Target="../slideLayouts/slideLayout138.xml"/><Relationship Id="rId11" Type="http://schemas.openxmlformats.org/officeDocument/2006/relationships/slideLayout" Target="../slideLayouts/slideLayout143.xml"/><Relationship Id="rId5" Type="http://schemas.openxmlformats.org/officeDocument/2006/relationships/slideLayout" Target="../slideLayouts/slideLayout137.xml"/><Relationship Id="rId10" Type="http://schemas.openxmlformats.org/officeDocument/2006/relationships/slideLayout" Target="../slideLayouts/slideLayout142.xml"/><Relationship Id="rId4" Type="http://schemas.openxmlformats.org/officeDocument/2006/relationships/slideLayout" Target="../slideLayouts/slideLayout136.xml"/><Relationship Id="rId9" Type="http://schemas.openxmlformats.org/officeDocument/2006/relationships/slideLayout" Target="../slideLayouts/slideLayout141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1.xml"/><Relationship Id="rId3" Type="http://schemas.openxmlformats.org/officeDocument/2006/relationships/slideLayout" Target="../slideLayouts/slideLayout146.xml"/><Relationship Id="rId7" Type="http://schemas.openxmlformats.org/officeDocument/2006/relationships/slideLayout" Target="../slideLayouts/slideLayout150.xml"/><Relationship Id="rId12" Type="http://schemas.openxmlformats.org/officeDocument/2006/relationships/theme" Target="../theme/theme14.xml"/><Relationship Id="rId2" Type="http://schemas.openxmlformats.org/officeDocument/2006/relationships/slideLayout" Target="../slideLayouts/slideLayout145.xml"/><Relationship Id="rId1" Type="http://schemas.openxmlformats.org/officeDocument/2006/relationships/slideLayout" Target="../slideLayouts/slideLayout144.xml"/><Relationship Id="rId6" Type="http://schemas.openxmlformats.org/officeDocument/2006/relationships/slideLayout" Target="../slideLayouts/slideLayout149.xml"/><Relationship Id="rId11" Type="http://schemas.openxmlformats.org/officeDocument/2006/relationships/slideLayout" Target="../slideLayouts/slideLayout154.xml"/><Relationship Id="rId5" Type="http://schemas.openxmlformats.org/officeDocument/2006/relationships/slideLayout" Target="../slideLayouts/slideLayout148.xml"/><Relationship Id="rId10" Type="http://schemas.openxmlformats.org/officeDocument/2006/relationships/slideLayout" Target="../slideLayouts/slideLayout153.xml"/><Relationship Id="rId4" Type="http://schemas.openxmlformats.org/officeDocument/2006/relationships/slideLayout" Target="../slideLayouts/slideLayout147.xml"/><Relationship Id="rId9" Type="http://schemas.openxmlformats.org/officeDocument/2006/relationships/slideLayout" Target="../slideLayouts/slideLayout152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2.xml"/><Relationship Id="rId3" Type="http://schemas.openxmlformats.org/officeDocument/2006/relationships/slideLayout" Target="../slideLayouts/slideLayout157.xml"/><Relationship Id="rId7" Type="http://schemas.openxmlformats.org/officeDocument/2006/relationships/slideLayout" Target="../slideLayouts/slideLayout161.xml"/><Relationship Id="rId12" Type="http://schemas.openxmlformats.org/officeDocument/2006/relationships/theme" Target="../theme/theme15.xml"/><Relationship Id="rId2" Type="http://schemas.openxmlformats.org/officeDocument/2006/relationships/slideLayout" Target="../slideLayouts/slideLayout156.xml"/><Relationship Id="rId1" Type="http://schemas.openxmlformats.org/officeDocument/2006/relationships/slideLayout" Target="../slideLayouts/slideLayout155.xml"/><Relationship Id="rId6" Type="http://schemas.openxmlformats.org/officeDocument/2006/relationships/slideLayout" Target="../slideLayouts/slideLayout160.xml"/><Relationship Id="rId11" Type="http://schemas.openxmlformats.org/officeDocument/2006/relationships/slideLayout" Target="../slideLayouts/slideLayout165.xml"/><Relationship Id="rId5" Type="http://schemas.openxmlformats.org/officeDocument/2006/relationships/slideLayout" Target="../slideLayouts/slideLayout159.xml"/><Relationship Id="rId10" Type="http://schemas.openxmlformats.org/officeDocument/2006/relationships/slideLayout" Target="../slideLayouts/slideLayout164.xml"/><Relationship Id="rId4" Type="http://schemas.openxmlformats.org/officeDocument/2006/relationships/slideLayout" Target="../slideLayouts/slideLayout158.xml"/><Relationship Id="rId9" Type="http://schemas.openxmlformats.org/officeDocument/2006/relationships/slideLayout" Target="../slideLayouts/slideLayout16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0000" y="5029200"/>
            <a:ext cx="10464800" cy="11303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50800" tIns="50800" rIns="50800" bIns="50800" numCol="1" anchor="t" anchorCtr="0" compatLnSpc="1"/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</a:p>
          <a:p>
            <a:pPr lvl="1"/>
            <a:r>
              <a:rPr lang="en-US" altLang="en-US">
                <a:sym typeface="Gill Sans"/>
              </a:rPr>
              <a:t>Second level</a:t>
            </a:r>
          </a:p>
          <a:p>
            <a:pPr lvl="2"/>
            <a:r>
              <a:rPr lang="en-US" altLang="en-US">
                <a:sym typeface="Gill Sans"/>
              </a:rPr>
              <a:t>Third level</a:t>
            </a:r>
          </a:p>
          <a:p>
            <a:pPr lvl="3"/>
            <a:r>
              <a:rPr lang="en-US" altLang="en-US">
                <a:sym typeface="Gill Sans"/>
              </a:rPr>
              <a:t>Fourth level</a:t>
            </a:r>
          </a:p>
          <a:p>
            <a:pPr lvl="4"/>
            <a:r>
              <a:rPr lang="en-US" altLang="en-US">
                <a:sym typeface="Gill Sans"/>
              </a:rPr>
              <a:t>Fifth level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1638300"/>
            <a:ext cx="10464800" cy="33020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50800" tIns="50800" rIns="50800" bIns="50800" numCol="1" anchor="b" anchorCtr="0" compatLnSpc="1"/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342900" indent="-342900" algn="ctr" rtl="0" eaLnBrk="0" fontAlgn="base" hangingPunct="0">
        <a:spcBef>
          <a:spcPct val="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742950" indent="-285750" algn="ctr" rtl="0" eaLnBrk="0" fontAlgn="base" hangingPunct="0">
        <a:spcBef>
          <a:spcPct val="0"/>
        </a:spcBef>
        <a:spcAft>
          <a:spcPct val="0"/>
        </a:spcAft>
        <a:buChar char="–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143000" indent="-228600" algn="ctr" rtl="0" eaLnBrk="0" fontAlgn="base" hangingPunct="0">
        <a:spcBef>
          <a:spcPct val="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1600200" indent="-228600" algn="ctr" rtl="0" eaLnBrk="0" fontAlgn="base" hangingPunct="0">
        <a:spcBef>
          <a:spcPct val="0"/>
        </a:spcBef>
        <a:spcAft>
          <a:spcPct val="0"/>
        </a:spcAft>
        <a:buChar char="–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057400" indent="-228600" algn="ctr" rtl="0" eaLnBrk="0" fontAlgn="base" hangingPunct="0">
        <a:spcBef>
          <a:spcPct val="0"/>
        </a:spcBef>
        <a:spcAft>
          <a:spcPct val="0"/>
        </a:spcAft>
        <a:buChar char="»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50800" tIns="50800" rIns="50800" bIns="50800" numCol="1" anchor="ctr" anchorCtr="0" compatLnSpc="1"/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  <p:sp>
        <p:nvSpPr>
          <p:cNvPr id="2051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0000" y="2768600"/>
            <a:ext cx="10464800" cy="57150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50800" tIns="50800" rIns="50800" bIns="50800" numCol="1" anchor="ctr" anchorCtr="0" compatLnSpc="1"/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</a:p>
          <a:p>
            <a:pPr lvl="1"/>
            <a:r>
              <a:rPr lang="en-US" altLang="en-US">
                <a:sym typeface="Gill Sans"/>
              </a:rPr>
              <a:t>Second level</a:t>
            </a:r>
          </a:p>
          <a:p>
            <a:pPr lvl="2"/>
            <a:r>
              <a:rPr lang="en-US" altLang="en-US">
                <a:sym typeface="Gill Sans"/>
              </a:rPr>
              <a:t>Third level</a:t>
            </a:r>
          </a:p>
          <a:p>
            <a:pPr lvl="3"/>
            <a:r>
              <a:rPr lang="en-US" altLang="en-US">
                <a:sym typeface="Gill Sans"/>
              </a:rPr>
              <a:t>Fourth level</a:t>
            </a:r>
          </a:p>
          <a:p>
            <a:pPr lvl="4"/>
            <a:r>
              <a:rPr lang="en-US" altLang="en-US">
                <a:sym typeface="Gill Sans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8382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12827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7272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21717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6162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30734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5306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39878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4450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8890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13335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7780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22225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6670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31242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5814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40386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4958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0000" y="1270000"/>
            <a:ext cx="10464800" cy="72136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50800" tIns="50800" rIns="50800" bIns="50800" numCol="1" anchor="ctr" anchorCtr="0" compatLnSpc="1"/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</a:p>
          <a:p>
            <a:pPr lvl="1"/>
            <a:r>
              <a:rPr lang="en-US" altLang="en-US">
                <a:sym typeface="Gill Sans"/>
              </a:rPr>
              <a:t>Second level</a:t>
            </a:r>
          </a:p>
          <a:p>
            <a:pPr lvl="2"/>
            <a:r>
              <a:rPr lang="en-US" altLang="en-US">
                <a:sym typeface="Gill Sans"/>
              </a:rPr>
              <a:t>Third level</a:t>
            </a:r>
          </a:p>
          <a:p>
            <a:pPr lvl="3"/>
            <a:r>
              <a:rPr lang="en-US" altLang="en-US">
                <a:sym typeface="Gill Sans"/>
              </a:rPr>
              <a:t>Fourth level</a:t>
            </a:r>
          </a:p>
          <a:p>
            <a:pPr lvl="4"/>
            <a:r>
              <a:rPr lang="en-US" altLang="en-US">
                <a:sym typeface="Gill Sans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838200" indent="-571500" algn="l" rtl="0" eaLnBrk="0" fontAlgn="base" hangingPunct="0">
        <a:spcBef>
          <a:spcPts val="48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1282700" indent="-571500" algn="l" rtl="0" eaLnBrk="0" fontAlgn="base" hangingPunct="0">
        <a:spcBef>
          <a:spcPts val="48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727200" indent="-571500" algn="l" rtl="0" eaLnBrk="0" fontAlgn="base" hangingPunct="0">
        <a:spcBef>
          <a:spcPts val="48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2171700" indent="-571500" algn="l" rtl="0" eaLnBrk="0" fontAlgn="base" hangingPunct="0">
        <a:spcBef>
          <a:spcPts val="48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616200" indent="-571500" algn="l" rtl="0" eaLnBrk="0" fontAlgn="base" hangingPunct="0">
        <a:spcBef>
          <a:spcPts val="48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3073400" indent="-571500" algn="l" rtl="0" eaLnBrk="1" fontAlgn="base" hangingPunct="1">
        <a:spcBef>
          <a:spcPts val="48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530600" indent="-571500" algn="l" rtl="0" eaLnBrk="1" fontAlgn="base" hangingPunct="1">
        <a:spcBef>
          <a:spcPts val="48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3987800" indent="-571500" algn="l" rtl="0" eaLnBrk="1" fontAlgn="base" hangingPunct="1">
        <a:spcBef>
          <a:spcPts val="48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445000" indent="-571500" algn="l" rtl="0" eaLnBrk="1" fontAlgn="base" hangingPunct="1">
        <a:spcBef>
          <a:spcPts val="48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7366000"/>
            <a:ext cx="10464800" cy="17018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50800" tIns="50800" rIns="50800" bIns="50800" numCol="1" anchor="ctr" anchorCtr="0" compatLnSpc="1"/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342900" indent="-342900" algn="ctr" rtl="0" eaLnBrk="0" fontAlgn="base" hangingPunct="0">
        <a:spcBef>
          <a:spcPct val="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742950" indent="-285750" algn="ctr" rtl="0" eaLnBrk="0" fontAlgn="base" hangingPunct="0">
        <a:spcBef>
          <a:spcPct val="0"/>
        </a:spcBef>
        <a:spcAft>
          <a:spcPct val="0"/>
        </a:spcAft>
        <a:buChar char="–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143000" indent="-228600" algn="ctr" rtl="0" eaLnBrk="0" fontAlgn="base" hangingPunct="0">
        <a:spcBef>
          <a:spcPct val="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1600200" indent="-228600" algn="ctr" rtl="0" eaLnBrk="0" fontAlgn="base" hangingPunct="0">
        <a:spcBef>
          <a:spcPct val="0"/>
        </a:spcBef>
        <a:spcAft>
          <a:spcPct val="0"/>
        </a:spcAft>
        <a:buChar char="–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057400" indent="-228600" algn="ctr" rtl="0" eaLnBrk="0" fontAlgn="base" hangingPunct="0">
        <a:spcBef>
          <a:spcPct val="0"/>
        </a:spcBef>
        <a:spcAft>
          <a:spcPct val="0"/>
        </a:spcAft>
        <a:buChar char="»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7366000"/>
            <a:ext cx="10464800" cy="17018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50800" tIns="50800" rIns="50800" bIns="50800" numCol="1" anchor="ctr" anchorCtr="0" compatLnSpc="1"/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342900" indent="-342900" algn="ctr" rtl="0" eaLnBrk="0" fontAlgn="base" hangingPunct="0">
        <a:spcBef>
          <a:spcPct val="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742950" indent="-285750" algn="ctr" rtl="0" eaLnBrk="0" fontAlgn="base" hangingPunct="0">
        <a:spcBef>
          <a:spcPct val="0"/>
        </a:spcBef>
        <a:spcAft>
          <a:spcPct val="0"/>
        </a:spcAft>
        <a:buChar char="–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143000" indent="-228600" algn="ctr" rtl="0" eaLnBrk="0" fontAlgn="base" hangingPunct="0">
        <a:spcBef>
          <a:spcPct val="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1600200" indent="-228600" algn="ctr" rtl="0" eaLnBrk="0" fontAlgn="base" hangingPunct="0">
        <a:spcBef>
          <a:spcPct val="0"/>
        </a:spcBef>
        <a:spcAft>
          <a:spcPct val="0"/>
        </a:spcAft>
        <a:buChar char="–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057400" indent="-228600" algn="ctr" rtl="0" eaLnBrk="0" fontAlgn="base" hangingPunct="0">
        <a:spcBef>
          <a:spcPct val="0"/>
        </a:spcBef>
        <a:spcAft>
          <a:spcPct val="0"/>
        </a:spcAft>
        <a:buChar char="»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635000" y="4787900"/>
            <a:ext cx="5867400" cy="33020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50800" tIns="50800" rIns="50800" bIns="50800" numCol="1" anchor="t" anchorCtr="0" compatLnSpc="1"/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</a:p>
          <a:p>
            <a:pPr lvl="1"/>
            <a:r>
              <a:rPr lang="en-US" altLang="en-US">
                <a:sym typeface="Gill Sans"/>
              </a:rPr>
              <a:t>Second level</a:t>
            </a:r>
          </a:p>
          <a:p>
            <a:pPr lvl="2"/>
            <a:r>
              <a:rPr lang="en-US" altLang="en-US">
                <a:sym typeface="Gill Sans"/>
              </a:rPr>
              <a:t>Third level</a:t>
            </a:r>
          </a:p>
          <a:p>
            <a:pPr lvl="3"/>
            <a:r>
              <a:rPr lang="en-US" altLang="en-US">
                <a:sym typeface="Gill Sans"/>
              </a:rPr>
              <a:t>Fourth level</a:t>
            </a:r>
          </a:p>
          <a:p>
            <a:pPr lvl="4"/>
            <a:r>
              <a:rPr lang="en-US" altLang="en-US">
                <a:sym typeface="Gill Sans"/>
              </a:rPr>
              <a:t>Fifth level</a:t>
            </a: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35000" y="1409700"/>
            <a:ext cx="5867400" cy="33020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50800" tIns="50800" rIns="50800" bIns="50800" numCol="1" anchor="b" anchorCtr="0" compatLnSpc="1"/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342900" indent="-342900" algn="ctr" rtl="0" eaLnBrk="0" fontAlgn="base" hangingPunct="0">
        <a:spcBef>
          <a:spcPct val="0"/>
        </a:spcBef>
        <a:spcAft>
          <a:spcPct val="0"/>
        </a:spcAft>
        <a:buChar char="•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742950" indent="-285750" algn="ctr" rtl="0" eaLnBrk="0" fontAlgn="base" hangingPunct="0">
        <a:spcBef>
          <a:spcPct val="0"/>
        </a:spcBef>
        <a:spcAft>
          <a:spcPct val="0"/>
        </a:spcAft>
        <a:buChar char="–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143000" indent="-228600" algn="ctr" rtl="0" eaLnBrk="0" fontAlgn="base" hangingPunct="0">
        <a:spcBef>
          <a:spcPct val="0"/>
        </a:spcBef>
        <a:spcAft>
          <a:spcPct val="0"/>
        </a:spcAft>
        <a:buChar char="•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1600200" indent="-228600" algn="ctr" rtl="0" eaLnBrk="0" fontAlgn="base" hangingPunct="0">
        <a:spcBef>
          <a:spcPct val="0"/>
        </a:spcBef>
        <a:spcAft>
          <a:spcPct val="0"/>
        </a:spcAft>
        <a:buChar char="–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057400" indent="-228600" algn="ctr" rtl="0" eaLnBrk="0" fontAlgn="base" hangingPunct="0">
        <a:spcBef>
          <a:spcPct val="0"/>
        </a:spcBef>
        <a:spcAft>
          <a:spcPct val="0"/>
        </a:spcAft>
        <a:buChar char="»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635000" y="4787900"/>
            <a:ext cx="5867400" cy="33020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50800" tIns="50800" rIns="50800" bIns="50800" numCol="1" anchor="t" anchorCtr="0" compatLnSpc="1"/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</a:p>
          <a:p>
            <a:pPr lvl="1"/>
            <a:r>
              <a:rPr lang="en-US" altLang="en-US">
                <a:sym typeface="Gill Sans"/>
              </a:rPr>
              <a:t>Second level</a:t>
            </a:r>
          </a:p>
          <a:p>
            <a:pPr lvl="2"/>
            <a:r>
              <a:rPr lang="en-US" altLang="en-US">
                <a:sym typeface="Gill Sans"/>
              </a:rPr>
              <a:t>Third level</a:t>
            </a:r>
          </a:p>
          <a:p>
            <a:pPr lvl="3"/>
            <a:r>
              <a:rPr lang="en-US" altLang="en-US">
                <a:sym typeface="Gill Sans"/>
              </a:rPr>
              <a:t>Fourth level</a:t>
            </a:r>
          </a:p>
          <a:p>
            <a:pPr lvl="4"/>
            <a:r>
              <a:rPr lang="en-US" altLang="en-US">
                <a:sym typeface="Gill Sans"/>
              </a:rPr>
              <a:t>Fifth level</a:t>
            </a: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35000" y="1409700"/>
            <a:ext cx="5867400" cy="33020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50800" tIns="50800" rIns="50800" bIns="50800" numCol="1" anchor="b" anchorCtr="0" compatLnSpc="1"/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342900" indent="-342900" algn="ctr" rtl="0" eaLnBrk="0" fontAlgn="base" hangingPunct="0">
        <a:spcBef>
          <a:spcPct val="0"/>
        </a:spcBef>
        <a:spcAft>
          <a:spcPct val="0"/>
        </a:spcAft>
        <a:buChar char="•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742950" indent="-285750" algn="ctr" rtl="0" eaLnBrk="0" fontAlgn="base" hangingPunct="0">
        <a:spcBef>
          <a:spcPct val="0"/>
        </a:spcBef>
        <a:spcAft>
          <a:spcPct val="0"/>
        </a:spcAft>
        <a:buChar char="–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143000" indent="-228600" algn="ctr" rtl="0" eaLnBrk="0" fontAlgn="base" hangingPunct="0">
        <a:spcBef>
          <a:spcPct val="0"/>
        </a:spcBef>
        <a:spcAft>
          <a:spcPct val="0"/>
        </a:spcAft>
        <a:buChar char="•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1600200" indent="-228600" algn="ctr" rtl="0" eaLnBrk="0" fontAlgn="base" hangingPunct="0">
        <a:spcBef>
          <a:spcPct val="0"/>
        </a:spcBef>
        <a:spcAft>
          <a:spcPct val="0"/>
        </a:spcAft>
        <a:buChar char="–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057400" indent="-228600" algn="ctr" rtl="0" eaLnBrk="0" fontAlgn="base" hangingPunct="0">
        <a:spcBef>
          <a:spcPct val="0"/>
        </a:spcBef>
        <a:spcAft>
          <a:spcPct val="0"/>
        </a:spcAft>
        <a:buChar char="»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50800" tIns="50800" rIns="50800" bIns="50800" numCol="1" anchor="ctr" anchorCtr="0" compatLnSpc="1"/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8890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13335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7780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22225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6670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31242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5814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40386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4958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971800"/>
            <a:ext cx="10464800" cy="38100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50800" tIns="50800" rIns="50800" bIns="50800" numCol="1" anchor="ctr" anchorCtr="0" compatLnSpc="1"/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342900" indent="-342900" algn="ctr" rtl="0" eaLnBrk="0" fontAlgn="base" hangingPunct="0">
        <a:spcBef>
          <a:spcPct val="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742950" indent="-285750" algn="ctr" rtl="0" eaLnBrk="0" fontAlgn="base" hangingPunct="0">
        <a:spcBef>
          <a:spcPct val="0"/>
        </a:spcBef>
        <a:spcAft>
          <a:spcPct val="0"/>
        </a:spcAft>
        <a:buChar char="–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143000" indent="-228600" algn="ctr" rtl="0" eaLnBrk="0" fontAlgn="base" hangingPunct="0">
        <a:spcBef>
          <a:spcPct val="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1600200" indent="-228600" algn="ctr" rtl="0" eaLnBrk="0" fontAlgn="base" hangingPunct="0">
        <a:spcBef>
          <a:spcPct val="0"/>
        </a:spcBef>
        <a:spcAft>
          <a:spcPct val="0"/>
        </a:spcAft>
        <a:buChar char="–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057400" indent="-228600" algn="ctr" rtl="0" eaLnBrk="0" fontAlgn="base" hangingPunct="0">
        <a:spcBef>
          <a:spcPct val="0"/>
        </a:spcBef>
        <a:spcAft>
          <a:spcPct val="0"/>
        </a:spcAft>
        <a:buChar char="»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50800" tIns="50800" rIns="50800" bIns="50800" numCol="1" anchor="ctr" anchorCtr="0" compatLnSpc="1"/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0000" y="2768600"/>
            <a:ext cx="5041900" cy="57150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50800" tIns="50800" rIns="50800" bIns="50800" numCol="1" anchor="ctr" anchorCtr="0" compatLnSpc="1"/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</a:p>
          <a:p>
            <a:pPr lvl="1"/>
            <a:r>
              <a:rPr lang="en-US" altLang="en-US">
                <a:sym typeface="Gill Sans"/>
              </a:rPr>
              <a:t>Second level</a:t>
            </a:r>
          </a:p>
          <a:p>
            <a:pPr lvl="2"/>
            <a:r>
              <a:rPr lang="en-US" altLang="en-US">
                <a:sym typeface="Gill Sans"/>
              </a:rPr>
              <a:t>Third level</a:t>
            </a:r>
          </a:p>
          <a:p>
            <a:pPr lvl="3"/>
            <a:r>
              <a:rPr lang="en-US" altLang="en-US">
                <a:sym typeface="Gill Sans"/>
              </a:rPr>
              <a:t>Fourth level</a:t>
            </a:r>
          </a:p>
          <a:p>
            <a:pPr lvl="4"/>
            <a:r>
              <a:rPr lang="en-US" altLang="en-US">
                <a:sym typeface="Gill Sans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760730" indent="-494030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1205230" indent="-494030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649730" indent="-494030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2094230" indent="-494030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538730" indent="-494030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2995930" indent="-494030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453130" indent="-494030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3910330" indent="-494030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367530" indent="-494030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50800" tIns="50800" rIns="50800" bIns="50800" numCol="1" anchor="ctr" anchorCtr="0" compatLnSpc="1"/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0000" y="2768600"/>
            <a:ext cx="10464800" cy="57150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50800" tIns="50800" rIns="50800" bIns="50800" numCol="1" anchor="t" anchorCtr="0" compatLnSpc="1"/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</a:p>
          <a:p>
            <a:pPr lvl="1"/>
            <a:r>
              <a:rPr lang="en-US" altLang="en-US">
                <a:sym typeface="Gill Sans"/>
              </a:rPr>
              <a:t>Second level</a:t>
            </a:r>
          </a:p>
          <a:p>
            <a:pPr lvl="2"/>
            <a:r>
              <a:rPr lang="en-US" altLang="en-US">
                <a:sym typeface="Gill Sans"/>
              </a:rPr>
              <a:t>Third level</a:t>
            </a:r>
          </a:p>
          <a:p>
            <a:pPr lvl="3"/>
            <a:r>
              <a:rPr lang="en-US" altLang="en-US">
                <a:sym typeface="Gill Sans"/>
              </a:rPr>
              <a:t>Fourth level</a:t>
            </a:r>
          </a:p>
          <a:p>
            <a:pPr lvl="4"/>
            <a:r>
              <a:rPr lang="en-US" altLang="en-US">
                <a:sym typeface="Gill Sans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760730" indent="-494030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1205230" indent="-494030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649730" indent="-494030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2094230" indent="-494030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538730" indent="-494030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2995930" indent="-494030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453130" indent="-494030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3910330" indent="-494030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367530" indent="-494030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50800" tIns="50800" rIns="50800" bIns="50800" numCol="1" anchor="ctr" anchorCtr="0" compatLnSpc="1"/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7772400" y="2768600"/>
            <a:ext cx="3962400" cy="57150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50800" tIns="50800" rIns="50800" bIns="50800" numCol="1" anchor="ctr" anchorCtr="0" compatLnSpc="1"/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</a:p>
          <a:p>
            <a:pPr lvl="1"/>
            <a:r>
              <a:rPr lang="en-US" altLang="en-US">
                <a:sym typeface="Gill Sans"/>
              </a:rPr>
              <a:t>Second level</a:t>
            </a:r>
          </a:p>
          <a:p>
            <a:pPr lvl="2"/>
            <a:r>
              <a:rPr lang="en-US" altLang="en-US">
                <a:sym typeface="Gill Sans"/>
              </a:rPr>
              <a:t>Third level</a:t>
            </a:r>
          </a:p>
          <a:p>
            <a:pPr lvl="3"/>
            <a:r>
              <a:rPr lang="en-US" altLang="en-US">
                <a:sym typeface="Gill Sans"/>
              </a:rPr>
              <a:t>Fourth level</a:t>
            </a:r>
          </a:p>
          <a:p>
            <a:pPr lvl="4"/>
            <a:r>
              <a:rPr lang="en-US" altLang="en-US">
                <a:sym typeface="Gill Sans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760730" indent="-494030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1205230" indent="-494030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649730" indent="-494030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2094230" indent="-494030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538730" indent="-494030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2995930" indent="-494030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453130" indent="-494030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3910330" indent="-494030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367530" indent="-494030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50800" tIns="50800" rIns="50800" bIns="50800" numCol="1" anchor="ctr" anchorCtr="0" compatLnSpc="1"/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0000" y="2768600"/>
            <a:ext cx="5041900" cy="57150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50800" tIns="50800" rIns="50800" bIns="50800" numCol="1" anchor="ctr" anchorCtr="0" compatLnSpc="1"/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</a:p>
          <a:p>
            <a:pPr lvl="1"/>
            <a:r>
              <a:rPr lang="en-US" altLang="en-US">
                <a:sym typeface="Gill Sans"/>
              </a:rPr>
              <a:t>Second level</a:t>
            </a:r>
          </a:p>
          <a:p>
            <a:pPr lvl="2"/>
            <a:r>
              <a:rPr lang="en-US" altLang="en-US">
                <a:sym typeface="Gill Sans"/>
              </a:rPr>
              <a:t>Third level</a:t>
            </a:r>
          </a:p>
          <a:p>
            <a:pPr lvl="3"/>
            <a:r>
              <a:rPr lang="en-US" altLang="en-US">
                <a:sym typeface="Gill Sans"/>
              </a:rPr>
              <a:t>Fourth level</a:t>
            </a:r>
          </a:p>
          <a:p>
            <a:pPr lvl="4"/>
            <a:r>
              <a:rPr lang="en-US" altLang="en-US">
                <a:sym typeface="Gill Sans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760730" indent="-494030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1205230" indent="-494030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649730" indent="-494030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2094230" indent="-494030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538730" indent="-494030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2995930" indent="-494030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453130" indent="-494030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3910330" indent="-494030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367530" indent="-494030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1160463" y="-1160463"/>
            <a:ext cx="2330451" cy="2330451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239713" y="30163"/>
            <a:ext cx="2420937" cy="2420937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1" name="Donut 10"/>
          <p:cNvSpPr/>
          <p:nvPr/>
        </p:nvSpPr>
        <p:spPr>
          <a:xfrm rot="2315675">
            <a:off x="260098" y="1500554"/>
            <a:ext cx="1601020" cy="1568176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439863" y="0"/>
            <a:ext cx="11564937" cy="97536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2041525" y="390525"/>
            <a:ext cx="10664825" cy="1625600"/>
          </a:xfrm>
          <a:prstGeom prst="rect">
            <a:avLst/>
          </a:prstGeom>
        </p:spPr>
        <p:txBody>
          <a:bodyPr lIns="130046" tIns="65023" rIns="130046" bIns="65023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345" name="Text Placeholder 8"/>
          <p:cNvSpPr>
            <a:spLocks noGrp="1"/>
          </p:cNvSpPr>
          <p:nvPr>
            <p:ph type="body" idx="1"/>
          </p:nvPr>
        </p:nvSpPr>
        <p:spPr bwMode="auto">
          <a:xfrm>
            <a:off x="2041525" y="2058988"/>
            <a:ext cx="10664825" cy="68278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30046" tIns="65023" rIns="130046" bIns="65023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094288" y="8967788"/>
            <a:ext cx="3033712" cy="677862"/>
          </a:xfrm>
          <a:prstGeom prst="rect">
            <a:avLst/>
          </a:prstGeom>
        </p:spPr>
        <p:txBody>
          <a:bodyPr lIns="130046" tIns="65023" rIns="130046" bIns="65023" anchor="b"/>
          <a:lstStyle>
            <a:lvl1pPr algn="r" eaLnBrk="1" latinLnBrk="0" hangingPunct="1">
              <a:defRPr kumimoji="0" sz="1700" smtClean="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10/09/2025 </a:t>
            </a:r>
            <a:endParaRPr lang="en-US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8128000" y="8967788"/>
            <a:ext cx="4117975" cy="677862"/>
          </a:xfrm>
          <a:prstGeom prst="rect">
            <a:avLst/>
          </a:prstGeom>
        </p:spPr>
        <p:txBody>
          <a:bodyPr lIns="130046" tIns="65023" rIns="130046" bIns="65023" anchor="b"/>
          <a:lstStyle>
            <a:lvl1pPr eaLnBrk="1" latinLnBrk="0" hangingPunct="1">
              <a:defRPr kumimoji="0" sz="1700">
                <a:solidFill>
                  <a:schemeClr val="bg2">
                    <a:shade val="50000"/>
                  </a:schemeClr>
                </a:solidFill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12250738" y="8967788"/>
            <a:ext cx="649287" cy="677862"/>
          </a:xfrm>
          <a:prstGeom prst="rect">
            <a:avLst/>
          </a:prstGeom>
        </p:spPr>
        <p:txBody>
          <a:bodyPr lIns="130046" tIns="65023" rIns="130046" bIns="65023" anchor="b"/>
          <a:lstStyle>
            <a:lvl1pPr algn="ctr" eaLnBrk="1" latinLnBrk="0" hangingPunct="1">
              <a:defRPr kumimoji="0" sz="1700" smtClean="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</a:lstStyle>
          <a:p>
            <a:pPr>
              <a:defRPr/>
            </a:pPr>
            <a:fld id="{0AF91225-6B8A-4A10-AFA6-F845D109664A}" type="slidenum">
              <a:rPr lang="en-US"/>
              <a:pPr>
                <a:defRPr/>
              </a:pPr>
              <a:t>‹#›</a:t>
            </a:fld>
            <a:endParaRPr lang="en-US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15" name="Rectangle 14"/>
          <p:cNvSpPr/>
          <p:nvPr/>
        </p:nvSpPr>
        <p:spPr bwMode="invGray">
          <a:xfrm>
            <a:off x="1443038" y="0"/>
            <a:ext cx="104775" cy="97536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6100" kern="1200">
          <a:solidFill>
            <a:srgbClr val="572314"/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6100">
          <a:solidFill>
            <a:srgbClr val="572314"/>
          </a:solidFill>
          <a:latin typeface="Gill Sans MT" panose="020B0502020104020203" charset="0"/>
        </a:defRPr>
      </a:lvl2pPr>
      <a:lvl3pPr algn="l" rtl="0" fontAlgn="base">
        <a:spcBef>
          <a:spcPct val="0"/>
        </a:spcBef>
        <a:spcAft>
          <a:spcPct val="0"/>
        </a:spcAft>
        <a:defRPr sz="6100">
          <a:solidFill>
            <a:srgbClr val="572314"/>
          </a:solidFill>
          <a:latin typeface="Gill Sans MT" panose="020B0502020104020203" charset="0"/>
        </a:defRPr>
      </a:lvl3pPr>
      <a:lvl4pPr algn="l" rtl="0" fontAlgn="base">
        <a:spcBef>
          <a:spcPct val="0"/>
        </a:spcBef>
        <a:spcAft>
          <a:spcPct val="0"/>
        </a:spcAft>
        <a:defRPr sz="6100">
          <a:solidFill>
            <a:srgbClr val="572314"/>
          </a:solidFill>
          <a:latin typeface="Gill Sans MT" panose="020B0502020104020203" charset="0"/>
        </a:defRPr>
      </a:lvl4pPr>
      <a:lvl5pPr algn="l" rtl="0" fontAlgn="base">
        <a:spcBef>
          <a:spcPct val="0"/>
        </a:spcBef>
        <a:spcAft>
          <a:spcPct val="0"/>
        </a:spcAft>
        <a:defRPr sz="6100">
          <a:solidFill>
            <a:srgbClr val="572314"/>
          </a:solidFill>
          <a:latin typeface="Gill Sans MT" panose="020B0502020104020203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6100">
          <a:solidFill>
            <a:srgbClr val="572314"/>
          </a:solidFill>
          <a:latin typeface="Gill Sans MT" panose="020B0502020104020203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6100">
          <a:solidFill>
            <a:srgbClr val="572314"/>
          </a:solidFill>
          <a:latin typeface="Gill Sans MT" panose="020B0502020104020203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6100">
          <a:solidFill>
            <a:srgbClr val="572314"/>
          </a:solidFill>
          <a:latin typeface="Gill Sans MT" panose="020B0502020104020203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6100">
          <a:solidFill>
            <a:srgbClr val="572314"/>
          </a:solidFill>
          <a:latin typeface="Gill Sans MT" panose="020B0502020104020203" charset="0"/>
        </a:defRPr>
      </a:lvl9pPr>
    </p:titleStyle>
    <p:bodyStyle>
      <a:lvl1pPr marL="519430" indent="-401955" algn="l" rtl="0" fontAlgn="base">
        <a:spcBef>
          <a:spcPts val="85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"/>
        <a:defRPr sz="4600" kern="1200">
          <a:solidFill>
            <a:schemeClr val="tx1"/>
          </a:solidFill>
          <a:latin typeface="+mn-lt"/>
          <a:ea typeface="+mn-ea"/>
          <a:cs typeface="+mn-cs"/>
        </a:defRPr>
      </a:lvl1pPr>
      <a:lvl2pPr marL="909955" indent="-336550" algn="l" rtl="0" fontAlgn="base">
        <a:spcBef>
          <a:spcPts val="790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4000" kern="1200">
          <a:solidFill>
            <a:schemeClr val="tx1"/>
          </a:solidFill>
          <a:latin typeface="+mn-lt"/>
          <a:ea typeface="+mn-ea"/>
          <a:cs typeface="+mn-cs"/>
        </a:defRPr>
      </a:lvl2pPr>
      <a:lvl3pPr marL="1260475" indent="-32385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3400" kern="1200">
          <a:solidFill>
            <a:schemeClr val="tx1"/>
          </a:solidFill>
          <a:latin typeface="+mn-lt"/>
          <a:ea typeface="+mn-ea"/>
          <a:cs typeface="+mn-cs"/>
        </a:defRPr>
      </a:lvl3pPr>
      <a:lvl4pPr marL="1560830" indent="-246380" algn="l" rtl="0" fontAlgn="base">
        <a:spcBef>
          <a:spcPct val="20000"/>
        </a:spcBef>
        <a:spcAft>
          <a:spcPct val="0"/>
        </a:spcAft>
        <a:buClr>
          <a:srgbClr val="C32D2E"/>
        </a:buClr>
        <a:buFont typeface="Wingdings 2" panose="05020102010507070707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46580" indent="-259080" algn="l" rtl="0" fontAlgn="base">
        <a:spcBef>
          <a:spcPct val="20000"/>
        </a:spcBef>
        <a:spcAft>
          <a:spcPct val="0"/>
        </a:spcAft>
        <a:buClr>
          <a:srgbClr val="84AA33"/>
        </a:buClr>
        <a:buFont typeface="Wingdings 2" panose="05020102010507070707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145665" indent="-26035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 panose="05020102010507070707"/>
        <a:buChar char="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444750" indent="-26035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 panose="05020102010507070707"/>
        <a:buChar char="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2731135" indent="-26035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 panose="05020102010507070707"/>
        <a:buChar char="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030220" indent="-26035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 panose="05020102010507070707"/>
        <a:buChar char="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65024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130048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95072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260096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3251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390144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455168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520192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5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5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5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www.kaggle.com/datasets/ismailpromus/skin-diseases-image-dataset" TargetMode="External"/><Relationship Id="rId1" Type="http://schemas.openxmlformats.org/officeDocument/2006/relationships/slideLayout" Target="../slideLayouts/slideLayout15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4"/>
          <p:cNvPicPr>
            <a:picLocks noChangeAspect="1" noChangeArrowheads="1"/>
          </p:cNvPicPr>
          <p:nvPr/>
        </p:nvPicPr>
        <p:blipFill>
          <a:blip r:embed="rId2"/>
          <a:srcRect t="18021" b="16660"/>
          <a:stretch>
            <a:fillRect/>
          </a:stretch>
        </p:blipFill>
        <p:spPr bwMode="auto">
          <a:xfrm>
            <a:off x="4273550" y="304800"/>
            <a:ext cx="5048250" cy="196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itle 3"/>
          <p:cNvSpPr txBox="1">
            <a:spLocks noChangeArrowheads="1"/>
          </p:cNvSpPr>
          <p:nvPr/>
        </p:nvSpPr>
        <p:spPr bwMode="auto">
          <a:xfrm>
            <a:off x="1676400" y="2270125"/>
            <a:ext cx="10693400" cy="1143000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+mj-lt"/>
                <a:ea typeface="+mj-ea"/>
                <a:cs typeface="+mj-cs"/>
                <a:sym typeface="Gill San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9pPr>
          </a:lstStyle>
          <a:p>
            <a:pPr>
              <a:defRPr/>
            </a:pPr>
            <a:br>
              <a:rPr lang="en-US" altLang="en-US" sz="4200" b="1" kern="0" dirty="0">
                <a:solidFill>
                  <a:srgbClr val="C00000"/>
                </a:solidFill>
                <a:latin typeface="Calibri" panose="020F0502020204030204" pitchFamily="34" charset="0"/>
              </a:rPr>
            </a:br>
            <a:br>
              <a:rPr lang="en-US" altLang="en-US" sz="4200" b="1" kern="0" dirty="0">
                <a:solidFill>
                  <a:srgbClr val="C00000"/>
                </a:solidFill>
                <a:latin typeface="Calibri" panose="020F0502020204030204" pitchFamily="34" charset="0"/>
              </a:rPr>
            </a:br>
            <a:r>
              <a:rPr lang="en-US" altLang="en-US" sz="4200" b="1" kern="0" dirty="0">
                <a:solidFill>
                  <a:schemeClr val="accent5">
                    <a:lumMod val="25000"/>
                  </a:schemeClr>
                </a:solidFill>
                <a:latin typeface="Calibri" panose="020F0502020204030204" pitchFamily="34" charset="0"/>
              </a:rPr>
              <a:t>Faculty of Science &amp; Technology</a:t>
            </a:r>
          </a:p>
          <a:p>
            <a:pPr>
              <a:defRPr/>
            </a:pPr>
            <a:r>
              <a:rPr lang="en-US" altLang="en-US" sz="4200" b="1" kern="0" dirty="0">
                <a:solidFill>
                  <a:schemeClr val="accent5">
                    <a:lumMod val="25000"/>
                  </a:schemeClr>
                </a:solidFill>
                <a:latin typeface="Calibri" panose="020F0502020204030204" pitchFamily="34" charset="0"/>
              </a:rPr>
              <a:t>Jagran School of Engineering</a:t>
            </a:r>
            <a:br>
              <a:rPr lang="en-US" altLang="en-US" sz="4200" b="1" kern="0" dirty="0">
                <a:solidFill>
                  <a:srgbClr val="FF0000"/>
                </a:solidFill>
                <a:latin typeface="Calibri" panose="020F0502020204030204" pitchFamily="34" charset="0"/>
              </a:rPr>
            </a:br>
            <a:r>
              <a:rPr lang="en-US" altLang="en-US" sz="4200" b="1" kern="0" dirty="0">
                <a:solidFill>
                  <a:srgbClr val="C00000"/>
                </a:solidFill>
                <a:latin typeface="Calibri" panose="020F0502020204030204" pitchFamily="34" charset="0"/>
              </a:rPr>
              <a:t>                                                            </a:t>
            </a:r>
            <a:br>
              <a:rPr lang="en-US" altLang="en-US" sz="4200" b="1" kern="0" dirty="0">
                <a:solidFill>
                  <a:srgbClr val="C00000"/>
                </a:solidFill>
                <a:latin typeface="Calibri" panose="020F0502020204030204" pitchFamily="34" charset="0"/>
              </a:rPr>
            </a:br>
            <a:endParaRPr lang="en-US" altLang="en-US" sz="4200" b="1" kern="0" dirty="0">
              <a:solidFill>
                <a:srgbClr val="0033CC"/>
              </a:solidFill>
              <a:latin typeface="Calibri" panose="020F0502020204030204" pitchFamily="34" charset="0"/>
            </a:endParaRPr>
          </a:p>
        </p:txBody>
      </p:sp>
      <p:sp>
        <p:nvSpPr>
          <p:cNvPr id="26629" name="TextBox 10"/>
          <p:cNvSpPr txBox="1">
            <a:spLocks noChangeArrowheads="1"/>
          </p:cNvSpPr>
          <p:nvPr/>
        </p:nvSpPr>
        <p:spPr bwMode="auto">
          <a:xfrm>
            <a:off x="4070828" y="3697288"/>
            <a:ext cx="5067935" cy="6299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/>
            <a:r>
              <a:rPr lang="en-US" sz="3500" dirty="0"/>
              <a:t>Minor Project Presentation</a:t>
            </a:r>
          </a:p>
        </p:txBody>
      </p:sp>
      <p:sp>
        <p:nvSpPr>
          <p:cNvPr id="26630" name="TextBox 11"/>
          <p:cNvSpPr txBox="1">
            <a:spLocks noChangeArrowheads="1"/>
          </p:cNvSpPr>
          <p:nvPr/>
        </p:nvSpPr>
        <p:spPr bwMode="auto">
          <a:xfrm>
            <a:off x="2082800" y="4495800"/>
            <a:ext cx="10668000" cy="1066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noAutofit/>
          </a:bodyPr>
          <a:lstStyle/>
          <a:p>
            <a:pPr algn="l"/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Skin Diseases Prediction Using Deep Learning </a:t>
            </a:r>
            <a:endParaRPr lang="en-US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3600" b="1" dirty="0"/>
              <a:t> </a:t>
            </a:r>
          </a:p>
        </p:txBody>
      </p:sp>
      <p:sp>
        <p:nvSpPr>
          <p:cNvPr id="26631" name="TextBox 12"/>
          <p:cNvSpPr txBox="1">
            <a:spLocks noChangeArrowheads="1"/>
          </p:cNvSpPr>
          <p:nvPr/>
        </p:nvSpPr>
        <p:spPr bwMode="auto">
          <a:xfrm>
            <a:off x="1473200" y="6662738"/>
            <a:ext cx="5275803" cy="230832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Supervision of: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Asst. Prof. Priyank Dubey  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JLU-FAST</a:t>
            </a:r>
          </a:p>
          <a:p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632" name="TextBox 13"/>
          <p:cNvSpPr txBox="1">
            <a:spLocks noChangeArrowheads="1"/>
          </p:cNvSpPr>
          <p:nvPr/>
        </p:nvSpPr>
        <p:spPr bwMode="auto">
          <a:xfrm>
            <a:off x="8080375" y="6629400"/>
            <a:ext cx="3535680" cy="28613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l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algn="l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Khushi Parmar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2023BTHCSE009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Shreya Mahajan 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2023BTHCSE017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2FD0469-E8A2-EEA9-81AD-B8B051A1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C764944-C5B7-48D6-B1ED-F475B7EAACE4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1525" y="88900"/>
            <a:ext cx="10664825" cy="120904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Outline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1671320" y="1511935"/>
            <a:ext cx="11228705" cy="7784465"/>
          </a:xfrm>
        </p:spPr>
        <p:txBody>
          <a:bodyPr/>
          <a:lstStyle/>
          <a:p>
            <a:pPr algn="l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54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Introduction </a:t>
            </a:r>
            <a:endParaRPr lang="en-US" sz="5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54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Importance and Need of Your Project</a:t>
            </a:r>
            <a:endParaRPr lang="en-US" sz="5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54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Features of your project</a:t>
            </a:r>
          </a:p>
          <a:p>
            <a:pPr algn="l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54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Uniqueness of Project</a:t>
            </a:r>
          </a:p>
          <a:p>
            <a:pPr algn="l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54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Tools and Technologies</a:t>
            </a:r>
            <a:endParaRPr lang="en-US" sz="5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54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User requirements</a:t>
            </a:r>
          </a:p>
          <a:p>
            <a:pPr algn="l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5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Diagram</a:t>
            </a:r>
            <a:endParaRPr lang="en-US" sz="5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54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Conclusion</a:t>
            </a:r>
            <a:endParaRPr lang="en-US" sz="5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54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References</a:t>
            </a:r>
            <a:endParaRPr lang="en-US" sz="5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4000" dirty="0"/>
          </a:p>
          <a:p>
            <a:endParaRPr lang="en-US" sz="4000" dirty="0"/>
          </a:p>
          <a:p>
            <a:endParaRPr lang="en-US" sz="4000" dirty="0"/>
          </a:p>
          <a:p>
            <a:endParaRPr lang="en-US" sz="4000" dirty="0"/>
          </a:p>
          <a:p>
            <a:pPr>
              <a:buFont typeface="Wingdings 2" panose="05020102010507070707" pitchFamily="18" charset="2"/>
              <a:buNone/>
            </a:pPr>
            <a:r>
              <a:rPr lang="en-US" sz="4000" dirty="0"/>
              <a:t>  </a:t>
            </a:r>
          </a:p>
          <a:p>
            <a:endParaRPr lang="en-US" sz="4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120847-0DEC-4B56-AF04-E1606A8495B6}" type="slidenum">
              <a:rPr lang="en-US"/>
              <a:pPr>
                <a:defRPr/>
              </a:pPr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D0C12-1217-51A0-50F1-FE85DF633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193D2-E830-93CF-4D24-46D97162CE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7847" y="2391242"/>
            <a:ext cx="7621586" cy="6172200"/>
          </a:xfrm>
        </p:spPr>
        <p:txBody>
          <a:bodyPr/>
          <a:lstStyle/>
          <a:p>
            <a:pPr algn="just"/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Skin diseases, often ignored or misdiagnosed due to limited dermatologist access.</a:t>
            </a:r>
          </a:p>
          <a:p>
            <a:pPr algn="just"/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poses significant health risks. </a:t>
            </a:r>
          </a:p>
          <a:p>
            <a:pPr algn="just"/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and accurate detection is crucial.</a:t>
            </a:r>
          </a:p>
          <a:p>
            <a:pPr algn="just"/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of the major challenges lies in the fact that dermatological care is not equally accessible to all.</a:t>
            </a:r>
          </a:p>
          <a:p>
            <a:pPr algn="just"/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people are unaware of the early symptoms of skin diseases.</a:t>
            </a:r>
          </a:p>
          <a:p>
            <a:pPr algn="just"/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delay in diagnosis highlights the urgent need for timely detection and proper treatment.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0ED9A-D052-3B09-3831-FA5BEC49F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2A515E-3E39-4365-9B98-DF9661207824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F1C6F0B-9BEB-8255-9D7A-036D6597E1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269" y="1937264"/>
            <a:ext cx="2800350" cy="211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97EEEEAA-7A76-7938-CF0A-078DB2F40D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9227434" y="4887634"/>
            <a:ext cx="3584015" cy="2800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769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Importance &amp; Need of  Our Project</a:t>
            </a:r>
            <a:br>
              <a:rPr lang="en-US" dirty="0">
                <a:solidFill>
                  <a:schemeClr val="tx2">
                    <a:satMod val="130000"/>
                  </a:schemeClr>
                </a:solidFill>
              </a:rPr>
            </a:b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>
          <a:xfrm>
            <a:off x="2041525" y="1600200"/>
            <a:ext cx="10664825" cy="7299960"/>
          </a:xfrm>
        </p:spPr>
        <p:txBody>
          <a:bodyPr/>
          <a:lstStyle/>
          <a:p>
            <a:pPr algn="just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Ignored Skin Diseases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Common conditions like eczema and psoriasis are often dismissed, leading to chronic complications or severe infections.</a:t>
            </a:r>
          </a:p>
          <a:p>
            <a:pPr algn="just"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Dermatologists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Rural areas face a critical shortage of specialists, delaying care and worsening health inequities.</a:t>
            </a:r>
          </a:p>
          <a:p>
            <a:pPr algn="just"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 Detection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Late diagnosis of melanoma increases mortality due to limited access and awareness.</a:t>
            </a:r>
          </a:p>
          <a:p>
            <a:pPr algn="just"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Diagnosis Limitations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Slow, subjective visual inspections by clinicians are prone to errors, delaying effective treatment.</a:t>
            </a:r>
          </a:p>
          <a:p>
            <a:pPr algn="just"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Diagnostic Potential</a:t>
            </a: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AI delivers fast, accurate skin disease detection, scalable via mobile apps.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D9B236B-D843-460E-9B08-27A6C6C7AE32}" type="slidenum">
              <a:rPr lang="en-US"/>
              <a:pPr>
                <a:defRPr/>
              </a:pPr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Features of our Project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>
          <a:xfrm>
            <a:off x="2041525" y="2058988"/>
            <a:ext cx="10664825" cy="7389812"/>
          </a:xfrm>
        </p:spPr>
        <p:txBody>
          <a:bodyPr/>
          <a:lstStyle/>
          <a:p>
            <a:pPr algn="just">
              <a:buClr>
                <a:srgbClr val="000000"/>
              </a:buClr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Detects skin diseases using Deep Learning (CNNs).</a:t>
            </a:r>
          </a:p>
          <a:p>
            <a:pPr algn="just">
              <a:buClr>
                <a:srgbClr val="000000"/>
              </a:buClr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Neural Network (CNN)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type of deep learning model specially designed for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recognition and classification.</a:t>
            </a:r>
          </a:p>
          <a:p>
            <a:pPr algn="just">
              <a:buClr>
                <a:srgbClr val="000000"/>
              </a:buClr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feature extraction,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Strided Convolution, Padding Methods,  Multiple Filter Banks.</a:t>
            </a:r>
          </a:p>
          <a:p>
            <a:pPr algn="just">
              <a:buClr>
                <a:srgbClr val="000000"/>
              </a:buClr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MobileNetV2: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CNN architecture designed for fast, efficient image classification using depth-wise separable convolutions and inverted residual blocks</a:t>
            </a:r>
            <a:r>
              <a:rPr lang="en-US" sz="2800" dirty="0"/>
              <a:t>.</a:t>
            </a:r>
          </a:p>
          <a:p>
            <a:pPr algn="just">
              <a:buClr>
                <a:srgbClr val="000000"/>
              </a:buClr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EfficientNetB0: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Highly optimized CNN model that scales depth, width, and resolution efficiently to achieve strong accuracy with low computational cost.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rgbClr val="000000"/>
              </a:buClr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Accepts skin images as input.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rgbClr val="000000"/>
              </a:buClr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Activation Functions: Learn complex patterns by using ReLU (Rectified Linear Unit) using formula: </a:t>
            </a:r>
            <a:r>
              <a:rPr lang="en-IN" sz="2800" dirty="0"/>
              <a:t>f(x)=max(0,x)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Softmax by formula</a:t>
            </a:r>
          </a:p>
          <a:p>
            <a:pPr marL="117475" indent="0" algn="just">
              <a:buClr>
                <a:srgbClr val="000000"/>
              </a:buClr>
              <a:buNone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DE0DCC-54CC-417F-8E5E-3E4F6E53ECD7}" type="slidenum">
              <a:rPr lang="en-US"/>
              <a:pPr>
                <a:defRPr/>
              </a:pPr>
              <a:t>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D3E8D8-C03A-F08A-016B-905B88587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1600" y="8895844"/>
            <a:ext cx="1600200" cy="5958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54A98-118A-BB71-4480-7BBE0B938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1800" y="1143000"/>
            <a:ext cx="11049000" cy="8305800"/>
          </a:xfrm>
        </p:spPr>
        <p:txBody>
          <a:bodyPr/>
          <a:lstStyle/>
          <a:p>
            <a:pPr algn="just">
              <a:buClr>
                <a:srgbClr val="000000"/>
              </a:buClr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feature map size, keep important information by pooling methods: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Clr>
                <a:srgbClr val="000000"/>
              </a:buClr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Average Pooling (GAP):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before final classification, averages the whole feature map.</a:t>
            </a:r>
          </a:p>
          <a:p>
            <a:pPr lvl="1" algn="just">
              <a:buClr>
                <a:srgbClr val="000000"/>
              </a:buClr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Normalization:</a:t>
            </a:r>
            <a:r>
              <a:rPr lang="en-US" sz="2800" dirty="0"/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Normalizes layer inputs across the mini-batch to stabilize and speed up neural network training.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Regularization Methods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Dropout: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Randomly “drops” neurons during training.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L2 Regularization: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Penalizes large weights. [</a:t>
            </a:r>
            <a:r>
              <a:rPr lang="en-IN" sz="2800" dirty="0" err="1"/>
              <a:t>J</a:t>
            </a:r>
            <a:r>
              <a:rPr lang="en-IN" sz="2800" baseline="-25000" dirty="0" err="1"/>
              <a:t>new</a:t>
            </a:r>
            <a:r>
              <a:rPr lang="en-IN" sz="2800" dirty="0"/>
              <a:t>​(</a:t>
            </a:r>
            <a:r>
              <a:rPr lang="el-GR" sz="2800" dirty="0"/>
              <a:t>θ)=</a:t>
            </a:r>
            <a:r>
              <a:rPr lang="en-IN" sz="2800" dirty="0"/>
              <a:t>J(</a:t>
            </a:r>
            <a:r>
              <a:rPr lang="el-GR" sz="2800" dirty="0"/>
              <a:t>θ)+2λ​</a:t>
            </a:r>
            <a:r>
              <a:rPr lang="en-IN" sz="2800" dirty="0"/>
              <a:t>=</a:t>
            </a:r>
            <a:r>
              <a:rPr lang="en-IN" sz="2800" baseline="30000" dirty="0" err="1"/>
              <a:t>i</a:t>
            </a:r>
            <a:r>
              <a:rPr lang="en-IN" sz="2800" dirty="0" err="1"/>
              <a:t>∑</a:t>
            </a:r>
            <a:r>
              <a:rPr lang="en-IN" sz="2800" baseline="-25000" dirty="0" err="1"/>
              <a:t>n</a:t>
            </a:r>
            <a:r>
              <a:rPr lang="en-IN" sz="2800" dirty="0"/>
              <a:t>​</a:t>
            </a:r>
            <a:r>
              <a:rPr lang="el-GR" sz="2800" dirty="0"/>
              <a:t>θ</a:t>
            </a:r>
            <a:r>
              <a:rPr lang="en-IN" sz="2800" baseline="-25000" dirty="0"/>
              <a:t>i</a:t>
            </a:r>
            <a:r>
              <a:rPr lang="en-IN" sz="2800" baseline="30000" dirty="0"/>
              <a:t>2</a:t>
            </a:r>
            <a:r>
              <a:rPr lang="en-IN" sz="2800" dirty="0"/>
              <a:t>]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Augmentation: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Increases data variability to reduce overfitting.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methods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Adam Optimizer (Adaptive Moment Estimation)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skin disease classification accuracy through efficient feature extraction and strong regularization</a:t>
            </a:r>
            <a:r>
              <a:rPr lang="en-US" sz="2800" dirty="0"/>
              <a:t>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892A3-97B8-D33F-9E83-7CA0A2EFD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2A515E-3E39-4365-9B98-DF9661207824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366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Tools and Technologies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1893887" y="2126381"/>
            <a:ext cx="10664825" cy="6827837"/>
          </a:xfrm>
        </p:spPr>
        <p:txBody>
          <a:bodyPr/>
          <a:lstStyle/>
          <a:p>
            <a:pPr algn="just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Programming Language: Python (mainly), HTML, CSS, JavaScript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7475" indent="0" algn="just">
              <a:buClr>
                <a:srgbClr val="000000"/>
              </a:buClr>
              <a:buNone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A9E228-5CF4-42CA-9F4C-53491775298C}" type="slidenum">
              <a:rPr lang="en-US"/>
              <a:pPr>
                <a:defRPr/>
              </a:pPr>
              <a:t>7</a:t>
            </a:fld>
            <a:endParaRPr lang="en-US"/>
          </a:p>
        </p:txBody>
      </p:sp>
      <p:pic>
        <p:nvPicPr>
          <p:cNvPr id="1026" name="Picture 2" descr="Python (programming language) - Wikipedia">
            <a:extLst>
              <a:ext uri="{FF2B5EF4-FFF2-40B4-BE49-F238E27FC236}">
                <a16:creationId xmlns:a16="http://schemas.microsoft.com/office/drawing/2014/main" id="{00523E51-7AC8-4E96-C695-10411AB14D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7600" y="2882610"/>
            <a:ext cx="1074803" cy="1074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B7B704E-DF0A-EE3C-253F-BDBAFB350D75}"/>
              </a:ext>
            </a:extLst>
          </p:cNvPr>
          <p:cNvSpPr txBox="1"/>
          <p:nvPr/>
        </p:nvSpPr>
        <p:spPr>
          <a:xfrm>
            <a:off x="2186940" y="4022459"/>
            <a:ext cx="1905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dirty="0"/>
              <a:t>Python3.10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15B406-B58A-31A0-A13A-09FF57AE7D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222"/>
          <a:stretch>
            <a:fillRect/>
          </a:stretch>
        </p:blipFill>
        <p:spPr>
          <a:xfrm>
            <a:off x="4819121" y="2830630"/>
            <a:ext cx="1441420" cy="11787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99950D9-0E69-DC0E-B1F8-FCEAF6785981}"/>
              </a:ext>
            </a:extLst>
          </p:cNvPr>
          <p:cNvSpPr txBox="1"/>
          <p:nvPr/>
        </p:nvSpPr>
        <p:spPr>
          <a:xfrm>
            <a:off x="5091152" y="4009391"/>
            <a:ext cx="82562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dirty="0"/>
              <a:t>HTML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3DA370-F6E9-E072-C674-8AAFF506E96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648" t="18362" r="23807"/>
          <a:stretch>
            <a:fillRect/>
          </a:stretch>
        </p:blipFill>
        <p:spPr>
          <a:xfrm>
            <a:off x="7714903" y="2898096"/>
            <a:ext cx="1194141" cy="11787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73F0C89-44AF-7719-5BEA-DCD579E9577A}"/>
              </a:ext>
            </a:extLst>
          </p:cNvPr>
          <p:cNvSpPr txBox="1"/>
          <p:nvPr/>
        </p:nvSpPr>
        <p:spPr>
          <a:xfrm>
            <a:off x="7992149" y="4004102"/>
            <a:ext cx="82562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dirty="0"/>
              <a:t>CSS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2B3EE23-4B21-6BBC-261C-AC3EED93F9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3196" y="2882610"/>
            <a:ext cx="1194141" cy="119414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1C57D72-52AB-369B-62F4-9EBFA62CF8D9}"/>
              </a:ext>
            </a:extLst>
          </p:cNvPr>
          <p:cNvSpPr txBox="1"/>
          <p:nvPr/>
        </p:nvSpPr>
        <p:spPr>
          <a:xfrm>
            <a:off x="10493196" y="4048449"/>
            <a:ext cx="1295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dirty="0"/>
              <a:t>JavaScript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94A043-8E5C-9810-DFC8-E317ECF603EA}"/>
              </a:ext>
            </a:extLst>
          </p:cNvPr>
          <p:cNvSpPr txBox="1"/>
          <p:nvPr/>
        </p:nvSpPr>
        <p:spPr>
          <a:xfrm>
            <a:off x="2028303" y="4484646"/>
            <a:ext cx="966721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UI of the Website Developed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EA6ABFB-F3B5-BC24-3183-101F75CF9E8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995" y="5223310"/>
            <a:ext cx="4548546" cy="417723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1C1CCAA-48EF-405C-6EF8-53C0671E6E8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2809" y="5215116"/>
            <a:ext cx="5867400" cy="42307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User requirements </a:t>
            </a:r>
          </a:p>
        </p:txBody>
      </p:sp>
      <p:sp>
        <p:nvSpPr>
          <p:cNvPr id="327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Clr>
                <a:srgbClr val="000000"/>
              </a:buClr>
            </a:pP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Smartphone or PC with camera.</a:t>
            </a:r>
            <a:endParaRPr lang="en-US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rgbClr val="000000"/>
              </a:buClr>
            </a:pPr>
            <a:endParaRPr lang="en-US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rgbClr val="000000"/>
              </a:buClr>
            </a:pP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Stable internet connection.</a:t>
            </a:r>
            <a:endParaRPr lang="en-US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rgbClr val="000000"/>
              </a:buClr>
            </a:pPr>
            <a:endParaRPr lang="en-US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rgbClr val="000000"/>
              </a:buClr>
            </a:pP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Simple user interface (easy upload &amp; result view).</a:t>
            </a:r>
            <a:endParaRPr lang="en-US" sz="32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8E14003-694B-4BDF-99E7-63791028A110}" type="slidenum">
              <a:rPr lang="en-US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1524" y="107950"/>
            <a:ext cx="10664825" cy="1625600"/>
          </a:xfrm>
        </p:spPr>
        <p:txBody>
          <a:bodyPr/>
          <a:lstStyle/>
          <a:p>
            <a:r>
              <a:rPr lang="en-US" dirty="0"/>
              <a:t>Activity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1524" y="1952408"/>
            <a:ext cx="10664825" cy="6827837"/>
          </a:xfrm>
        </p:spPr>
        <p:txBody>
          <a:bodyPr/>
          <a:lstStyle/>
          <a:p>
            <a:pPr marL="117475" indent="0">
              <a:buNone/>
            </a:pPr>
            <a:endParaRPr lang="en-US" sz="3200" dirty="0">
              <a:sym typeface="+mn-ea"/>
            </a:endParaRPr>
          </a:p>
          <a:p>
            <a:pPr marL="117475" indent="0">
              <a:buNone/>
            </a:pPr>
            <a:endParaRPr lang="en-US" sz="3200" b="1" dirty="0">
              <a:sym typeface="+mn-ea"/>
            </a:endParaRPr>
          </a:p>
          <a:p>
            <a:pPr marL="117475" indent="0">
              <a:buNone/>
            </a:pPr>
            <a:endParaRPr lang="en-US" sz="3200" b="1" dirty="0">
              <a:sym typeface="+mn-ea"/>
            </a:endParaRPr>
          </a:p>
          <a:p>
            <a:pPr marL="117475" indent="0">
              <a:buNone/>
            </a:pPr>
            <a:endParaRPr lang="en-US" sz="3200" b="1" dirty="0">
              <a:sym typeface="+mn-ea"/>
            </a:endParaRPr>
          </a:p>
          <a:p>
            <a:pPr marL="117475" indent="0">
              <a:buNone/>
            </a:pPr>
            <a:endParaRPr lang="en-US" sz="3200" b="1" dirty="0">
              <a:sym typeface="+mn-ea"/>
            </a:endParaRPr>
          </a:p>
          <a:p>
            <a:pPr marL="117475" indent="0">
              <a:buNone/>
            </a:pPr>
            <a:endParaRPr lang="en-US" sz="3200" b="1" dirty="0">
              <a:sym typeface="+mn-ea"/>
            </a:endParaRPr>
          </a:p>
          <a:p>
            <a:pPr marL="117475" indent="0">
              <a:buNone/>
            </a:pPr>
            <a:endParaRPr lang="en-US" sz="3200" b="1" dirty="0">
              <a:sym typeface="+mn-ea"/>
            </a:endParaRPr>
          </a:p>
          <a:p>
            <a:pPr marL="117475" indent="0">
              <a:buNone/>
            </a:pPr>
            <a:r>
              <a:rPr lang="en-US" sz="3200" b="1" dirty="0">
                <a:sym typeface="+mn-ea"/>
              </a:rPr>
              <a:t>Data Set Link –</a:t>
            </a:r>
          </a:p>
          <a:p>
            <a:pPr marL="117475" indent="0"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  <a:hlinkClick r:id="rId2"/>
              </a:rPr>
              <a:t>https://www.kaggle.com/datasets/ismailpromus/skin-diseases-image-dataset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 marL="117475" indent="0"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The data consists of images of 10 types of skin diseases .The categories include acne, melanoma, Eczema, Melanoma, Psoriasis, Seborrheic, Basal Cell, etc.</a:t>
            </a:r>
          </a:p>
          <a:p>
            <a:pPr marL="117475" indent="0">
              <a:buNone/>
            </a:pPr>
            <a:endParaRPr lang="en-US" sz="3200" b="1" dirty="0">
              <a:sym typeface="+mn-ea"/>
            </a:endParaRPr>
          </a:p>
          <a:p>
            <a:pPr marL="117475" indent="0">
              <a:buNone/>
            </a:pPr>
            <a:endParaRPr sz="3200" b="1" dirty="0">
              <a:sym typeface="+mn-ea"/>
            </a:endParaRPr>
          </a:p>
          <a:p>
            <a:endParaRPr lang="en-US" sz="32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2A515E-3E39-4365-9B98-DF9661207824}" type="slidenum">
              <a:rPr lang="en-US"/>
              <a:pPr>
                <a:defRPr/>
              </a:pPr>
              <a:t>9</a:t>
            </a:fld>
            <a:endParaRPr lang="en-US"/>
          </a:p>
        </p:txBody>
      </p:sp>
      <p:sp>
        <p:nvSpPr>
          <p:cNvPr id="4" name="AutoShape 2" descr="Uploaded image preview">
            <a:extLst>
              <a:ext uri="{FF2B5EF4-FFF2-40B4-BE49-F238E27FC236}">
                <a16:creationId xmlns:a16="http://schemas.microsoft.com/office/drawing/2014/main" id="{969F111B-2B22-A441-E671-4A2FAA857E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50000" y="4724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60C4B7-C639-F349-7BA5-3260CAE5A00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3400" y="1524000"/>
            <a:ext cx="838200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Conclusion</a:t>
            </a:r>
          </a:p>
        </p:txBody>
      </p:sp>
      <p:sp>
        <p:nvSpPr>
          <p:cNvPr id="358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Skin Disease Prediction Model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advanced healthcare solution designed to provide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fast, accurate, and reliable detection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various skin conditions.</a:t>
            </a:r>
          </a:p>
          <a:p>
            <a:pPr marL="457200" indent="-457200"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the power of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Learning, particularly Convolutional Neural Networks (CNNs).</a:t>
            </a:r>
          </a:p>
          <a:p>
            <a:pPr marL="457200" indent="-457200"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Diseases like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melanoma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if not detected in the initial stages, can quickly become life-threatening. </a:t>
            </a:r>
          </a:p>
          <a:p>
            <a:pPr marL="457200" indent="-457200"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enhances the chances of early detection, thereby increasing the likelihood of timely treatment and improving patient survival rates.</a:t>
            </a:r>
          </a:p>
          <a:p>
            <a:pPr marL="457200" indent="-457200"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essence, the Skin Disease Prediction Model is not just a technological advancement.</a:t>
            </a: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7475" indent="0">
              <a:buNone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0ACB2A-1AEB-4C99-B4C0-C947DA6ACC4E}" type="slidenum">
              <a:rPr lang="en-US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1525" y="2059305"/>
            <a:ext cx="10664825" cy="4658360"/>
          </a:xfrm>
        </p:spPr>
        <p:txBody>
          <a:bodyPr/>
          <a:lstStyle/>
          <a:p>
            <a:pPr marL="117475" indent="0">
              <a:buNone/>
            </a:pPr>
            <a:r>
              <a:rPr lang="en-US" b="1" dirty="0">
                <a:sym typeface="+mn-ea"/>
              </a:rPr>
              <a:t>                    </a:t>
            </a:r>
          </a:p>
          <a:p>
            <a:pPr marL="117475" indent="0">
              <a:buNone/>
            </a:pPr>
            <a:endParaRPr lang="en-US" b="1" dirty="0">
              <a:sym typeface="+mn-ea"/>
            </a:endParaRPr>
          </a:p>
          <a:p>
            <a:pPr marL="117475" indent="0" algn="just">
              <a:buNone/>
            </a:pPr>
            <a:r>
              <a:rPr lang="en-US" b="1">
                <a:sym typeface="+mn-ea"/>
              </a:rPr>
              <a:t>                    Thank You</a:t>
            </a:r>
            <a:endParaRPr lang="en-US" b="1" dirty="0"/>
          </a:p>
          <a:p>
            <a:pPr marL="117475" indent="0">
              <a:buNone/>
            </a:pPr>
            <a:endParaRPr lang="en-US" dirty="0"/>
          </a:p>
          <a:p>
            <a:pPr marL="117475" indent="0">
              <a:buNone/>
            </a:pPr>
            <a:endParaRPr lang="en-US" dirty="0"/>
          </a:p>
          <a:p>
            <a:pPr marL="117475" indent="0">
              <a:buNone/>
            </a:pPr>
            <a:endParaRPr lang="en-US" dirty="0"/>
          </a:p>
          <a:p>
            <a:pPr marL="117475" indent="0">
              <a:buNone/>
            </a:pPr>
            <a:endParaRPr lang="en-US" dirty="0"/>
          </a:p>
          <a:p>
            <a:pPr marL="117475" indent="0">
              <a:buNone/>
            </a:pPr>
            <a:r>
              <a:rPr lang="en-US" altLang="en-US" sz="2000" b="1" dirty="0">
                <a:latin typeface="Gill Sans MT" panose="020B0502020104020203" charset="0"/>
                <a:cs typeface="Gill Sans MT" panose="020B0502020104020203" charset="0"/>
                <a:sym typeface="+mn-ea"/>
              </a:rPr>
              <a:t>"Our goal is simple: make healthcare faster, smarter, and accessible for everyone."</a:t>
            </a:r>
            <a:endParaRPr lang="en-US" altLang="en-US" sz="2000" b="1" dirty="0">
              <a:latin typeface="Gill Sans MT" panose="020B0502020104020203" charset="0"/>
              <a:cs typeface="Gill Sans MT" panose="020B0502020104020203" charset="0"/>
            </a:endParaRPr>
          </a:p>
          <a:p>
            <a:pPr marL="117475" indent="0">
              <a:buNone/>
            </a:pPr>
            <a:endParaRPr lang="en-US" sz="2000" dirty="0">
              <a:latin typeface="Gill Sans MT" panose="020B0502020104020203" charset="0"/>
              <a:cs typeface="Gill Sans MT" panose="020B0502020104020203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2A515E-3E39-4365-9B98-DF9661207824}" type="slidenum">
              <a:rPr lang="en-US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Title &amp; Subtitle">
  <a:themeElements>
    <a:clrScheme name="Title &amp; Subtitl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Subtitle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Subtitl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itle &amp; Bullets">
  <a:themeElements>
    <a:clrScheme name="Title &amp; Bullet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Bulle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Bullets">
  <a:themeElements>
    <a:clrScheme name="Bullet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llets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Bulle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Photo - Horizontal">
  <a:themeElements>
    <a:clrScheme name="Photo - Horizontal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hoto - Horizontal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Photo - Horizonta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Photo - Horizontal Reflection">
  <a:themeElements>
    <a:clrScheme name="Photo - Horizontal Reflec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hoto - Horizontal Reflection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Photo - Horizontal Reflec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Photo - Vertical">
  <a:themeElements>
    <a:clrScheme name="Photo - Vertical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hoto - Vertical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Photo - Vertica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Photo - Vertical Reflection">
  <a:themeElements>
    <a:clrScheme name="Photo - Vertical Reflec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hoto - Vertical Reflection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Photo - Vertical Reflec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1_Title - Top">
  <a:themeElements>
    <a:clrScheme name="Title - Top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- Top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- To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_Title - Center">
  <a:themeElements>
    <a:clrScheme name="Title - Center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- Center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- Cente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_Title &amp; Bullets - Left">
  <a:themeElements>
    <a:clrScheme name="Title &amp; Bullets - Lef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 - Left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Bullets - Lef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_Title &amp; Bullets - 2 Column">
  <a:themeElements>
    <a:clrScheme name="Title &amp; Bullets - 2 Colum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 - 2 Column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Bullets - 2 Colum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_Title &amp; Bullets - Right">
  <a:themeElements>
    <a:clrScheme name="Title &amp; Bullets - Righ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 - Right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Bullets - Righ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_Title, Bullets &amp; Photo">
  <a:themeElements>
    <a:clrScheme name="Title, Bullets &amp; Phot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, Bullets &amp; Photo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, Bullets &amp; Phot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597</TotalTime>
  <Words>728</Words>
  <Application>Microsoft Office PowerPoint</Application>
  <PresentationFormat>Custom</PresentationFormat>
  <Paragraphs>114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15</vt:i4>
      </vt:variant>
      <vt:variant>
        <vt:lpstr>Slide Titles</vt:lpstr>
      </vt:variant>
      <vt:variant>
        <vt:i4>11</vt:i4>
      </vt:variant>
    </vt:vector>
  </HeadingPairs>
  <TitlesOfParts>
    <vt:vector size="33" baseType="lpstr">
      <vt:lpstr>Arial</vt:lpstr>
      <vt:lpstr>Calibri</vt:lpstr>
      <vt:lpstr>Gill Sans</vt:lpstr>
      <vt:lpstr>Gill Sans MT</vt:lpstr>
      <vt:lpstr>Times New Roman</vt:lpstr>
      <vt:lpstr>Verdana</vt:lpstr>
      <vt:lpstr>Wingdings 2</vt:lpstr>
      <vt:lpstr>Title &amp; Subtitle</vt:lpstr>
      <vt:lpstr>1_Title &amp; Bullets</vt:lpstr>
      <vt:lpstr>1_Blank</vt:lpstr>
      <vt:lpstr>1_Bullets</vt:lpstr>
      <vt:lpstr>1_Photo - Horizontal</vt:lpstr>
      <vt:lpstr>1_Photo - Horizontal Reflection</vt:lpstr>
      <vt:lpstr>1_Photo - Vertical</vt:lpstr>
      <vt:lpstr>1_Photo - Vertical Reflection</vt:lpstr>
      <vt:lpstr>1_Title - Top</vt:lpstr>
      <vt:lpstr>1_Title - Center</vt:lpstr>
      <vt:lpstr>1_Title &amp; Bullets - Left</vt:lpstr>
      <vt:lpstr>1_Title &amp; Bullets - 2 Column</vt:lpstr>
      <vt:lpstr>1_Title &amp; Bullets - Right</vt:lpstr>
      <vt:lpstr>1_Title, Bullets &amp; Photo</vt:lpstr>
      <vt:lpstr>Solstice</vt:lpstr>
      <vt:lpstr>PowerPoint Presentation</vt:lpstr>
      <vt:lpstr>Outline</vt:lpstr>
      <vt:lpstr>Introduction</vt:lpstr>
      <vt:lpstr>Importance &amp; Need of  Our Project </vt:lpstr>
      <vt:lpstr>Features of our Project</vt:lpstr>
      <vt:lpstr>PowerPoint Presentation</vt:lpstr>
      <vt:lpstr>Tools and Technologies</vt:lpstr>
      <vt:lpstr>User requirements </vt:lpstr>
      <vt:lpstr>Activity Diagram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Nafy</dc:creator>
  <cp:lastModifiedBy>Shreya Mahajan</cp:lastModifiedBy>
  <cp:revision>1037</cp:revision>
  <dcterms:created xsi:type="dcterms:W3CDTF">2025-09-07T16:17:00Z</dcterms:created>
  <dcterms:modified xsi:type="dcterms:W3CDTF">2025-12-03T13:02:11Z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F1D712B89BA74CA49DA8A04718BC3B4A_13</vt:lpwstr>
  </property>
  <property fmtid="{D5CDD505-2E9C-101B-9397-08002B2CF9AE}" pid="3" name="KSOProductBuildVer">
    <vt:lpwstr>1033-12.2.0.22549</vt:lpwstr>
  </property>
</Properties>
</file>